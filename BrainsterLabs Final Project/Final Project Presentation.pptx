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Cabin"/>
      <p:regular r:id="rId20"/>
      <p:bold r:id="rId21"/>
      <p:italic r:id="rId22"/>
      <p:boldItalic r:id="rId23"/>
    </p:embeddedFont>
    <p:embeddedFont>
      <p:font typeface="Epilog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8" roundtripDataSignature="AMtx7mih12fJ0V8CKT7QTwKo7ykfnsbh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regular.fntdata"/><Relationship Id="rId22" Type="http://schemas.openxmlformats.org/officeDocument/2006/relationships/font" Target="fonts/Cabin-italic.fntdata"/><Relationship Id="rId21" Type="http://schemas.openxmlformats.org/officeDocument/2006/relationships/font" Target="fonts/Cabin-bold.fntdata"/><Relationship Id="rId24" Type="http://schemas.openxmlformats.org/officeDocument/2006/relationships/font" Target="fonts/Epilogue-regular.fntdata"/><Relationship Id="rId23" Type="http://schemas.openxmlformats.org/officeDocument/2006/relationships/font" Target="fonts/Cabin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pilogue-italic.fntdata"/><Relationship Id="rId25" Type="http://schemas.openxmlformats.org/officeDocument/2006/relationships/font" Target="fonts/Epilogue-bold.fntdata"/><Relationship Id="rId28" Type="http://customschemas.google.com/relationships/presentationmetadata" Target="metadata"/><Relationship Id="rId27" Type="http://schemas.openxmlformats.org/officeDocument/2006/relationships/font" Target="fonts/Epilog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8b27153e56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18b27153e5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8b27153e5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8b27153e5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8b27153e5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8b27153e5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0"/>
          <p:cNvSpPr/>
          <p:nvPr/>
        </p:nvSpPr>
        <p:spPr>
          <a:xfrm>
            <a:off x="697000" y="1197178"/>
            <a:ext cx="7727022" cy="2792412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0"/>
          <p:cNvSpPr txBox="1"/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3" name="Google Shape;13;p2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4" name="Google Shape;14;p2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0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0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0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1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0" name="Google Shape;20;p21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1"/>
          <p:cNvSpPr txBox="1"/>
          <p:nvPr>
            <p:ph type="title"/>
          </p:nvPr>
        </p:nvSpPr>
        <p:spPr>
          <a:xfrm>
            <a:off x="22404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21"/>
          <p:cNvSpPr txBox="1"/>
          <p:nvPr>
            <p:ph idx="1" type="subTitle"/>
          </p:nvPr>
        </p:nvSpPr>
        <p:spPr>
          <a:xfrm>
            <a:off x="2079550" y="2426200"/>
            <a:ext cx="222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2" type="title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21"/>
          <p:cNvSpPr txBox="1"/>
          <p:nvPr>
            <p:ph idx="3" type="title"/>
          </p:nvPr>
        </p:nvSpPr>
        <p:spPr>
          <a:xfrm>
            <a:off x="881056" y="3370847"/>
            <a:ext cx="795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1"/>
          <p:cNvSpPr txBox="1"/>
          <p:nvPr>
            <p:ph idx="4" type="title"/>
          </p:nvPr>
        </p:nvSpPr>
        <p:spPr>
          <a:xfrm>
            <a:off x="2242402" y="3341825"/>
            <a:ext cx="18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5" type="subTitle"/>
          </p:nvPr>
        </p:nvSpPr>
        <p:spPr>
          <a:xfrm>
            <a:off x="2087410" y="3782550"/>
            <a:ext cx="2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6" type="title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1"/>
          <p:cNvSpPr txBox="1"/>
          <p:nvPr>
            <p:ph idx="7" type="subTitle"/>
          </p:nvPr>
        </p:nvSpPr>
        <p:spPr>
          <a:xfrm>
            <a:off x="5932350" y="3782554"/>
            <a:ext cx="2237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8" type="title"/>
          </p:nvPr>
        </p:nvSpPr>
        <p:spPr>
          <a:xfrm>
            <a:off x="61091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21"/>
          <p:cNvSpPr txBox="1"/>
          <p:nvPr>
            <p:ph idx="9" type="subTitle"/>
          </p:nvPr>
        </p:nvSpPr>
        <p:spPr>
          <a:xfrm>
            <a:off x="5932362" y="2424850"/>
            <a:ext cx="2237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3" type="title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21"/>
          <p:cNvSpPr txBox="1"/>
          <p:nvPr>
            <p:ph idx="14" type="title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21"/>
          <p:cNvSpPr txBox="1"/>
          <p:nvPr>
            <p:ph idx="15" type="title"/>
          </p:nvPr>
        </p:nvSpPr>
        <p:spPr>
          <a:xfrm>
            <a:off x="720000" y="935913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" name="Google Shape;38;p21"/>
          <p:cNvGrpSpPr/>
          <p:nvPr/>
        </p:nvGrpSpPr>
        <p:grpSpPr>
          <a:xfrm>
            <a:off x="7764407" y="575481"/>
            <a:ext cx="1308352" cy="1308607"/>
            <a:chOff x="7764407" y="575481"/>
            <a:chExt cx="1308352" cy="1308607"/>
          </a:xfrm>
        </p:grpSpPr>
        <p:sp>
          <p:nvSpPr>
            <p:cNvPr id="39" name="Google Shape;39;p21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" name="Google Shape;40;p21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1" name="Google Shape;41;p21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1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1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1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" name="Google Shape;45;p21"/>
          <p:cNvSpPr/>
          <p:nvPr/>
        </p:nvSpPr>
        <p:spPr>
          <a:xfrm>
            <a:off x="7455971" y="575487"/>
            <a:ext cx="593886" cy="59399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/>
          <p:nvPr/>
        </p:nvSpPr>
        <p:spPr>
          <a:xfrm>
            <a:off x="763375" y="1018325"/>
            <a:ext cx="3070200" cy="2298600"/>
          </a:xfrm>
          <a:prstGeom prst="roundRect">
            <a:avLst>
              <a:gd fmla="val 6976" name="adj"/>
            </a:avLst>
          </a:prstGeom>
          <a:solidFill>
            <a:srgbClr val="EB5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2"/>
          <p:cNvSpPr/>
          <p:nvPr/>
        </p:nvSpPr>
        <p:spPr>
          <a:xfrm>
            <a:off x="1651528" y="2440091"/>
            <a:ext cx="704339" cy="704399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2"/>
          <p:cNvGrpSpPr/>
          <p:nvPr/>
        </p:nvGrpSpPr>
        <p:grpSpPr>
          <a:xfrm>
            <a:off x="763292" y="516200"/>
            <a:ext cx="3070200" cy="426900"/>
            <a:chOff x="552455" y="401675"/>
            <a:chExt cx="3070200" cy="426900"/>
          </a:xfrm>
        </p:grpSpPr>
        <p:sp>
          <p:nvSpPr>
            <p:cNvPr id="50" name="Google Shape;50;p22"/>
            <p:cNvSpPr/>
            <p:nvPr/>
          </p:nvSpPr>
          <p:spPr>
            <a:xfrm>
              <a:off x="552455" y="401675"/>
              <a:ext cx="30702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2"/>
          <p:cNvSpPr/>
          <p:nvPr/>
        </p:nvSpPr>
        <p:spPr>
          <a:xfrm>
            <a:off x="2142800" y="1617400"/>
            <a:ext cx="6237900" cy="31164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2"/>
          <p:cNvSpPr/>
          <p:nvPr/>
        </p:nvSpPr>
        <p:spPr>
          <a:xfrm>
            <a:off x="1009820" y="2519449"/>
            <a:ext cx="278164" cy="278164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>
            <a:off x="993542" y="1255176"/>
            <a:ext cx="1085590" cy="1085962"/>
            <a:chOff x="-3274611" y="2338122"/>
            <a:chExt cx="866462" cy="866759"/>
          </a:xfrm>
        </p:grpSpPr>
        <p:sp>
          <p:nvSpPr>
            <p:cNvPr id="57" name="Google Shape;57;p22"/>
            <p:cNvSpPr/>
            <p:nvPr/>
          </p:nvSpPr>
          <p:spPr>
            <a:xfrm>
              <a:off x="-3274611" y="2338122"/>
              <a:ext cx="866462" cy="866462"/>
            </a:xfrm>
            <a:custGeom>
              <a:rect b="b" l="l" r="r" t="t"/>
              <a:pathLst>
                <a:path extrusionOk="0" h="5800" w="5800">
                  <a:moveTo>
                    <a:pt x="2900" y="5799"/>
                  </a:moveTo>
                  <a:cubicBezTo>
                    <a:pt x="4498" y="5799"/>
                    <a:pt x="5800" y="4496"/>
                    <a:pt x="5800" y="2900"/>
                  </a:cubicBezTo>
                  <a:cubicBezTo>
                    <a:pt x="5800" y="1300"/>
                    <a:pt x="4496" y="1"/>
                    <a:pt x="2900" y="1"/>
                  </a:cubicBezTo>
                  <a:cubicBezTo>
                    <a:pt x="1300" y="1"/>
                    <a:pt x="1" y="1304"/>
                    <a:pt x="1" y="2900"/>
                  </a:cubicBezTo>
                  <a:cubicBezTo>
                    <a:pt x="1" y="4496"/>
                    <a:pt x="1302" y="5799"/>
                    <a:pt x="2900" y="57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2"/>
            <p:cNvSpPr/>
            <p:nvPr/>
          </p:nvSpPr>
          <p:spPr>
            <a:xfrm>
              <a:off x="-3172279" y="2383237"/>
              <a:ext cx="460271" cy="499411"/>
            </a:xfrm>
            <a:custGeom>
              <a:rect b="b" l="l" r="r" t="t"/>
              <a:pathLst>
                <a:path extrusionOk="0" h="3343" w="3081">
                  <a:moveTo>
                    <a:pt x="2608" y="1"/>
                  </a:moveTo>
                  <a:cubicBezTo>
                    <a:pt x="2739" y="1"/>
                    <a:pt x="2855" y="52"/>
                    <a:pt x="2941" y="141"/>
                  </a:cubicBezTo>
                  <a:cubicBezTo>
                    <a:pt x="3027" y="225"/>
                    <a:pt x="3081" y="344"/>
                    <a:pt x="3081" y="474"/>
                  </a:cubicBezTo>
                  <a:cubicBezTo>
                    <a:pt x="3081" y="605"/>
                    <a:pt x="3029" y="721"/>
                    <a:pt x="2941" y="809"/>
                  </a:cubicBezTo>
                  <a:cubicBezTo>
                    <a:pt x="2855" y="895"/>
                    <a:pt x="2739" y="947"/>
                    <a:pt x="2608" y="947"/>
                  </a:cubicBezTo>
                  <a:cubicBezTo>
                    <a:pt x="2476" y="947"/>
                    <a:pt x="2361" y="895"/>
                    <a:pt x="2273" y="809"/>
                  </a:cubicBezTo>
                  <a:cubicBezTo>
                    <a:pt x="2188" y="725"/>
                    <a:pt x="2135" y="605"/>
                    <a:pt x="2135" y="474"/>
                  </a:cubicBezTo>
                  <a:cubicBezTo>
                    <a:pt x="2135" y="344"/>
                    <a:pt x="2186" y="227"/>
                    <a:pt x="2273" y="141"/>
                  </a:cubicBezTo>
                  <a:cubicBezTo>
                    <a:pt x="2361" y="56"/>
                    <a:pt x="2478" y="1"/>
                    <a:pt x="2608" y="1"/>
                  </a:cubicBezTo>
                  <a:close/>
                  <a:moveTo>
                    <a:pt x="994" y="2308"/>
                  </a:moveTo>
                  <a:cubicBezTo>
                    <a:pt x="1138" y="2308"/>
                    <a:pt x="1265" y="2364"/>
                    <a:pt x="1358" y="2458"/>
                  </a:cubicBezTo>
                  <a:cubicBezTo>
                    <a:pt x="1454" y="2555"/>
                    <a:pt x="1510" y="2682"/>
                    <a:pt x="1510" y="2826"/>
                  </a:cubicBezTo>
                  <a:cubicBezTo>
                    <a:pt x="1510" y="2970"/>
                    <a:pt x="1454" y="3100"/>
                    <a:pt x="1358" y="3192"/>
                  </a:cubicBezTo>
                  <a:cubicBezTo>
                    <a:pt x="1265" y="3287"/>
                    <a:pt x="1136" y="3342"/>
                    <a:pt x="992" y="3342"/>
                  </a:cubicBezTo>
                  <a:cubicBezTo>
                    <a:pt x="846" y="3342"/>
                    <a:pt x="718" y="3287"/>
                    <a:pt x="626" y="3192"/>
                  </a:cubicBezTo>
                  <a:cubicBezTo>
                    <a:pt x="533" y="3096"/>
                    <a:pt x="473" y="2968"/>
                    <a:pt x="473" y="2824"/>
                  </a:cubicBezTo>
                  <a:cubicBezTo>
                    <a:pt x="473" y="2680"/>
                    <a:pt x="531" y="2551"/>
                    <a:pt x="626" y="2458"/>
                  </a:cubicBezTo>
                  <a:cubicBezTo>
                    <a:pt x="720" y="2366"/>
                    <a:pt x="852" y="2308"/>
                    <a:pt x="994" y="2308"/>
                  </a:cubicBezTo>
                  <a:close/>
                  <a:moveTo>
                    <a:pt x="1300" y="2524"/>
                  </a:moveTo>
                  <a:cubicBezTo>
                    <a:pt x="1222" y="2446"/>
                    <a:pt x="1115" y="2396"/>
                    <a:pt x="996" y="2396"/>
                  </a:cubicBezTo>
                  <a:cubicBezTo>
                    <a:pt x="876" y="2396"/>
                    <a:pt x="769" y="2446"/>
                    <a:pt x="691" y="2524"/>
                  </a:cubicBezTo>
                  <a:cubicBezTo>
                    <a:pt x="615" y="2600"/>
                    <a:pt x="566" y="2709"/>
                    <a:pt x="566" y="2826"/>
                  </a:cubicBezTo>
                  <a:cubicBezTo>
                    <a:pt x="566" y="2946"/>
                    <a:pt x="615" y="3052"/>
                    <a:pt x="691" y="3131"/>
                  </a:cubicBezTo>
                  <a:cubicBezTo>
                    <a:pt x="769" y="3207"/>
                    <a:pt x="876" y="3256"/>
                    <a:pt x="996" y="3256"/>
                  </a:cubicBezTo>
                  <a:cubicBezTo>
                    <a:pt x="1115" y="3256"/>
                    <a:pt x="1222" y="3207"/>
                    <a:pt x="1300" y="3131"/>
                  </a:cubicBezTo>
                  <a:cubicBezTo>
                    <a:pt x="1376" y="3052"/>
                    <a:pt x="1425" y="2946"/>
                    <a:pt x="1425" y="2826"/>
                  </a:cubicBezTo>
                  <a:cubicBezTo>
                    <a:pt x="1425" y="2709"/>
                    <a:pt x="1376" y="2600"/>
                    <a:pt x="1300" y="2524"/>
                  </a:cubicBezTo>
                  <a:close/>
                  <a:moveTo>
                    <a:pt x="301" y="1451"/>
                  </a:moveTo>
                  <a:cubicBezTo>
                    <a:pt x="383" y="1451"/>
                    <a:pt x="461" y="1486"/>
                    <a:pt x="515" y="1539"/>
                  </a:cubicBezTo>
                  <a:cubicBezTo>
                    <a:pt x="570" y="1592"/>
                    <a:pt x="603" y="1671"/>
                    <a:pt x="603" y="1753"/>
                  </a:cubicBezTo>
                  <a:cubicBezTo>
                    <a:pt x="603" y="1835"/>
                    <a:pt x="568" y="1911"/>
                    <a:pt x="515" y="1965"/>
                  </a:cubicBezTo>
                  <a:cubicBezTo>
                    <a:pt x="461" y="2020"/>
                    <a:pt x="383" y="2053"/>
                    <a:pt x="301" y="2053"/>
                  </a:cubicBezTo>
                  <a:cubicBezTo>
                    <a:pt x="220" y="2053"/>
                    <a:pt x="142" y="2020"/>
                    <a:pt x="89" y="1965"/>
                  </a:cubicBezTo>
                  <a:cubicBezTo>
                    <a:pt x="33" y="1911"/>
                    <a:pt x="0" y="1835"/>
                    <a:pt x="0" y="1753"/>
                  </a:cubicBezTo>
                  <a:cubicBezTo>
                    <a:pt x="0" y="1671"/>
                    <a:pt x="35" y="1592"/>
                    <a:pt x="89" y="1539"/>
                  </a:cubicBezTo>
                  <a:cubicBezTo>
                    <a:pt x="144" y="1486"/>
                    <a:pt x="220" y="1451"/>
                    <a:pt x="301" y="1451"/>
                  </a:cubicBezTo>
                  <a:close/>
                  <a:moveTo>
                    <a:pt x="451" y="1601"/>
                  </a:moveTo>
                  <a:cubicBezTo>
                    <a:pt x="412" y="1562"/>
                    <a:pt x="358" y="1537"/>
                    <a:pt x="301" y="1537"/>
                  </a:cubicBezTo>
                  <a:cubicBezTo>
                    <a:pt x="243" y="1537"/>
                    <a:pt x="190" y="1560"/>
                    <a:pt x="153" y="1601"/>
                  </a:cubicBezTo>
                  <a:cubicBezTo>
                    <a:pt x="114" y="1640"/>
                    <a:pt x="89" y="1691"/>
                    <a:pt x="89" y="1749"/>
                  </a:cubicBezTo>
                  <a:cubicBezTo>
                    <a:pt x="89" y="1808"/>
                    <a:pt x="111" y="1862"/>
                    <a:pt x="153" y="1899"/>
                  </a:cubicBezTo>
                  <a:cubicBezTo>
                    <a:pt x="192" y="1938"/>
                    <a:pt x="245" y="1961"/>
                    <a:pt x="301" y="1961"/>
                  </a:cubicBezTo>
                  <a:cubicBezTo>
                    <a:pt x="360" y="1961"/>
                    <a:pt x="414" y="1938"/>
                    <a:pt x="451" y="1899"/>
                  </a:cubicBezTo>
                  <a:cubicBezTo>
                    <a:pt x="490" y="1860"/>
                    <a:pt x="515" y="1806"/>
                    <a:pt x="515" y="1749"/>
                  </a:cubicBezTo>
                  <a:cubicBezTo>
                    <a:pt x="515" y="1693"/>
                    <a:pt x="492" y="1642"/>
                    <a:pt x="451" y="1601"/>
                  </a:cubicBezTo>
                  <a:close/>
                  <a:moveTo>
                    <a:pt x="2608" y="89"/>
                  </a:moveTo>
                  <a:cubicBezTo>
                    <a:pt x="2503" y="89"/>
                    <a:pt x="2404" y="132"/>
                    <a:pt x="2334" y="202"/>
                  </a:cubicBezTo>
                  <a:cubicBezTo>
                    <a:pt x="2267" y="272"/>
                    <a:pt x="2221" y="369"/>
                    <a:pt x="2221" y="474"/>
                  </a:cubicBezTo>
                  <a:cubicBezTo>
                    <a:pt x="2221" y="581"/>
                    <a:pt x="2267" y="677"/>
                    <a:pt x="2334" y="747"/>
                  </a:cubicBezTo>
                  <a:cubicBezTo>
                    <a:pt x="2404" y="815"/>
                    <a:pt x="2503" y="860"/>
                    <a:pt x="2608" y="860"/>
                  </a:cubicBezTo>
                  <a:cubicBezTo>
                    <a:pt x="2713" y="860"/>
                    <a:pt x="2811" y="817"/>
                    <a:pt x="2879" y="747"/>
                  </a:cubicBezTo>
                  <a:cubicBezTo>
                    <a:pt x="2949" y="677"/>
                    <a:pt x="2992" y="581"/>
                    <a:pt x="2992" y="474"/>
                  </a:cubicBezTo>
                  <a:cubicBezTo>
                    <a:pt x="2992" y="262"/>
                    <a:pt x="2820" y="89"/>
                    <a:pt x="2608" y="89"/>
                  </a:cubicBezTo>
                  <a:close/>
                </a:path>
              </a:pathLst>
            </a:custGeom>
            <a:solidFill>
              <a:srgbClr val="88A6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2"/>
            <p:cNvSpPr/>
            <p:nvPr/>
          </p:nvSpPr>
          <p:spPr>
            <a:xfrm>
              <a:off x="-3188264" y="2461666"/>
              <a:ext cx="780115" cy="743215"/>
            </a:xfrm>
            <a:custGeom>
              <a:rect b="b" l="l" r="r" t="t"/>
              <a:pathLst>
                <a:path extrusionOk="0" h="4975" w="5222">
                  <a:moveTo>
                    <a:pt x="4350" y="0"/>
                  </a:moveTo>
                  <a:cubicBezTo>
                    <a:pt x="4742" y="385"/>
                    <a:pt x="5026" y="878"/>
                    <a:pt x="5152" y="1433"/>
                  </a:cubicBezTo>
                  <a:cubicBezTo>
                    <a:pt x="5010" y="1448"/>
                    <a:pt x="4880" y="1512"/>
                    <a:pt x="4786" y="1610"/>
                  </a:cubicBezTo>
                  <a:cubicBezTo>
                    <a:pt x="4675" y="1721"/>
                    <a:pt x="4607" y="1876"/>
                    <a:pt x="4607" y="2046"/>
                  </a:cubicBezTo>
                  <a:cubicBezTo>
                    <a:pt x="4607" y="2217"/>
                    <a:pt x="4675" y="2371"/>
                    <a:pt x="4786" y="2484"/>
                  </a:cubicBezTo>
                  <a:cubicBezTo>
                    <a:pt x="4886" y="2585"/>
                    <a:pt x="5018" y="2649"/>
                    <a:pt x="5164" y="2661"/>
                  </a:cubicBezTo>
                  <a:cubicBezTo>
                    <a:pt x="4917" y="3870"/>
                    <a:pt x="3918" y="4806"/>
                    <a:pt x="2674" y="4954"/>
                  </a:cubicBezTo>
                  <a:cubicBezTo>
                    <a:pt x="2676" y="4933"/>
                    <a:pt x="2676" y="4913"/>
                    <a:pt x="2676" y="4894"/>
                  </a:cubicBezTo>
                  <a:cubicBezTo>
                    <a:pt x="2676" y="4705"/>
                    <a:pt x="2600" y="4534"/>
                    <a:pt x="2476" y="4411"/>
                  </a:cubicBezTo>
                  <a:cubicBezTo>
                    <a:pt x="2353" y="4288"/>
                    <a:pt x="2180" y="4212"/>
                    <a:pt x="1993" y="4212"/>
                  </a:cubicBezTo>
                  <a:cubicBezTo>
                    <a:pt x="1802" y="4212"/>
                    <a:pt x="1633" y="4288"/>
                    <a:pt x="1510" y="4411"/>
                  </a:cubicBezTo>
                  <a:cubicBezTo>
                    <a:pt x="1407" y="4514"/>
                    <a:pt x="1337" y="4648"/>
                    <a:pt x="1317" y="4798"/>
                  </a:cubicBezTo>
                  <a:cubicBezTo>
                    <a:pt x="790" y="4602"/>
                    <a:pt x="334" y="4257"/>
                    <a:pt x="0" y="3815"/>
                  </a:cubicBezTo>
                  <a:cubicBezTo>
                    <a:pt x="1238" y="3872"/>
                    <a:pt x="1701" y="3615"/>
                    <a:pt x="2090" y="2667"/>
                  </a:cubicBezTo>
                  <a:cubicBezTo>
                    <a:pt x="2503" y="1660"/>
                    <a:pt x="3457" y="2795"/>
                    <a:pt x="3737" y="1218"/>
                  </a:cubicBezTo>
                  <a:cubicBezTo>
                    <a:pt x="3871" y="467"/>
                    <a:pt x="4121" y="138"/>
                    <a:pt x="4350" y="0"/>
                  </a:cubicBezTo>
                  <a:close/>
                  <a:moveTo>
                    <a:pt x="5166" y="1518"/>
                  </a:moveTo>
                  <a:cubicBezTo>
                    <a:pt x="5043" y="1530"/>
                    <a:pt x="4930" y="1588"/>
                    <a:pt x="4845" y="1670"/>
                  </a:cubicBezTo>
                  <a:cubicBezTo>
                    <a:pt x="4751" y="1765"/>
                    <a:pt x="4691" y="1898"/>
                    <a:pt x="4691" y="2042"/>
                  </a:cubicBezTo>
                  <a:cubicBezTo>
                    <a:pt x="4691" y="2188"/>
                    <a:pt x="4751" y="2320"/>
                    <a:pt x="4845" y="2414"/>
                  </a:cubicBezTo>
                  <a:cubicBezTo>
                    <a:pt x="4932" y="2503"/>
                    <a:pt x="5049" y="2558"/>
                    <a:pt x="5176" y="2567"/>
                  </a:cubicBezTo>
                  <a:cubicBezTo>
                    <a:pt x="5205" y="2404"/>
                    <a:pt x="5219" y="2238"/>
                    <a:pt x="5219" y="2067"/>
                  </a:cubicBezTo>
                  <a:cubicBezTo>
                    <a:pt x="5222" y="1882"/>
                    <a:pt x="5203" y="1697"/>
                    <a:pt x="5166" y="1518"/>
                  </a:cubicBezTo>
                  <a:close/>
                  <a:moveTo>
                    <a:pt x="2581" y="4962"/>
                  </a:moveTo>
                  <a:cubicBezTo>
                    <a:pt x="2583" y="4940"/>
                    <a:pt x="2585" y="4915"/>
                    <a:pt x="2585" y="4892"/>
                  </a:cubicBezTo>
                  <a:cubicBezTo>
                    <a:pt x="2585" y="4728"/>
                    <a:pt x="2520" y="4580"/>
                    <a:pt x="2411" y="4471"/>
                  </a:cubicBezTo>
                  <a:cubicBezTo>
                    <a:pt x="2304" y="4364"/>
                    <a:pt x="2153" y="4296"/>
                    <a:pt x="1989" y="4296"/>
                  </a:cubicBezTo>
                  <a:cubicBezTo>
                    <a:pt x="1824" y="4296"/>
                    <a:pt x="1676" y="4364"/>
                    <a:pt x="1567" y="4471"/>
                  </a:cubicBezTo>
                  <a:cubicBezTo>
                    <a:pt x="1475" y="4563"/>
                    <a:pt x="1413" y="4687"/>
                    <a:pt x="1399" y="4826"/>
                  </a:cubicBezTo>
                  <a:cubicBezTo>
                    <a:pt x="1689" y="4923"/>
                    <a:pt x="1997" y="4975"/>
                    <a:pt x="2320" y="4975"/>
                  </a:cubicBezTo>
                  <a:cubicBezTo>
                    <a:pt x="2408" y="4972"/>
                    <a:pt x="2497" y="4970"/>
                    <a:pt x="2581" y="4962"/>
                  </a:cubicBezTo>
                  <a:close/>
                </a:path>
              </a:pathLst>
            </a:custGeom>
            <a:solidFill>
              <a:srgbClr val="88A6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2"/>
            <p:cNvSpPr/>
            <p:nvPr/>
          </p:nvSpPr>
          <p:spPr>
            <a:xfrm>
              <a:off x="-2737558" y="2820050"/>
              <a:ext cx="83061" cy="83210"/>
            </a:xfrm>
            <a:custGeom>
              <a:rect b="b" l="l" r="r" t="t"/>
              <a:pathLst>
                <a:path extrusionOk="0" h="557" w="556">
                  <a:moveTo>
                    <a:pt x="278" y="556"/>
                  </a:moveTo>
                  <a:cubicBezTo>
                    <a:pt x="430" y="556"/>
                    <a:pt x="555" y="433"/>
                    <a:pt x="555" y="279"/>
                  </a:cubicBezTo>
                  <a:cubicBezTo>
                    <a:pt x="555" y="126"/>
                    <a:pt x="432" y="1"/>
                    <a:pt x="278" y="1"/>
                  </a:cubicBezTo>
                  <a:cubicBezTo>
                    <a:pt x="128" y="1"/>
                    <a:pt x="0" y="124"/>
                    <a:pt x="0" y="279"/>
                  </a:cubicBezTo>
                  <a:cubicBezTo>
                    <a:pt x="0" y="429"/>
                    <a:pt x="128" y="556"/>
                    <a:pt x="278" y="5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22"/>
          <p:cNvGrpSpPr/>
          <p:nvPr/>
        </p:nvGrpSpPr>
        <p:grpSpPr>
          <a:xfrm>
            <a:off x="2142783" y="1237080"/>
            <a:ext cx="6237683" cy="329567"/>
            <a:chOff x="552450" y="401675"/>
            <a:chExt cx="8079900" cy="426900"/>
          </a:xfrm>
        </p:grpSpPr>
        <p:sp>
          <p:nvSpPr>
            <p:cNvPr id="62" name="Google Shape;62;p2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2"/>
          <p:cNvSpPr txBox="1"/>
          <p:nvPr>
            <p:ph hasCustomPrompt="1" type="title"/>
          </p:nvPr>
        </p:nvSpPr>
        <p:spPr>
          <a:xfrm rot="294">
            <a:off x="3412800" y="2218300"/>
            <a:ext cx="35136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22"/>
          <p:cNvSpPr txBox="1"/>
          <p:nvPr>
            <p:ph idx="1" type="subTitle"/>
          </p:nvPr>
        </p:nvSpPr>
        <p:spPr>
          <a:xfrm>
            <a:off x="3623675" y="3899100"/>
            <a:ext cx="3091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1052775" y="1880325"/>
            <a:ext cx="24048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2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73" name="Google Shape;73;p2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4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8" name="Google Shape;78;p24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7"/>
          </a:xfrm>
        </p:grpSpPr>
        <p:sp>
          <p:nvSpPr>
            <p:cNvPr id="79" name="Google Shape;79;p24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" name="Google Shape;80;p24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81" name="Google Shape;81;p24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4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4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4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" name="Google Shape;85;p24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7"/>
          </a:xfrm>
        </p:grpSpPr>
        <p:sp>
          <p:nvSpPr>
            <p:cNvPr id="86" name="Google Shape;86;p24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87;p24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88" name="Google Shape;88;p24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4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4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4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5"/>
          <p:cNvSpPr/>
          <p:nvPr/>
        </p:nvSpPr>
        <p:spPr>
          <a:xfrm>
            <a:off x="697000" y="1027900"/>
            <a:ext cx="7727022" cy="3134510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2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96" name="Google Shape;96;p2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5"/>
          <p:cNvSpPr txBox="1"/>
          <p:nvPr>
            <p:ph type="title"/>
          </p:nvPr>
        </p:nvSpPr>
        <p:spPr>
          <a:xfrm>
            <a:off x="1442700" y="1323975"/>
            <a:ext cx="6258600" cy="25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1" name="Google Shape;101;p25"/>
          <p:cNvGrpSpPr/>
          <p:nvPr/>
        </p:nvGrpSpPr>
        <p:grpSpPr>
          <a:xfrm>
            <a:off x="6180562" y="4095502"/>
            <a:ext cx="2148254" cy="426911"/>
            <a:chOff x="2633694" y="2674236"/>
            <a:chExt cx="1790958" cy="355878"/>
          </a:xfrm>
        </p:grpSpPr>
        <p:sp>
          <p:nvSpPr>
            <p:cNvPr id="102" name="Google Shape;102;p25"/>
            <p:cNvSpPr/>
            <p:nvPr/>
          </p:nvSpPr>
          <p:spPr>
            <a:xfrm>
              <a:off x="2633694" y="2808212"/>
              <a:ext cx="1790958" cy="221902"/>
            </a:xfrm>
            <a:custGeom>
              <a:rect b="b" l="l" r="r" t="t"/>
              <a:pathLst>
                <a:path extrusionOk="0" h="4679" w="37764">
                  <a:moveTo>
                    <a:pt x="2339" y="0"/>
                  </a:moveTo>
                  <a:lnTo>
                    <a:pt x="35423" y="0"/>
                  </a:lnTo>
                  <a:cubicBezTo>
                    <a:pt x="36710" y="0"/>
                    <a:pt x="37763" y="1053"/>
                    <a:pt x="37763" y="2339"/>
                  </a:cubicBezTo>
                  <a:lnTo>
                    <a:pt x="37763" y="2339"/>
                  </a:lnTo>
                  <a:cubicBezTo>
                    <a:pt x="37763" y="3628"/>
                    <a:pt x="36708" y="4679"/>
                    <a:pt x="35423" y="4679"/>
                  </a:cubicBezTo>
                  <a:lnTo>
                    <a:pt x="2339" y="4679"/>
                  </a:lnTo>
                  <a:cubicBezTo>
                    <a:pt x="1051" y="4679"/>
                    <a:pt x="0" y="3624"/>
                    <a:pt x="0" y="2339"/>
                  </a:cubicBezTo>
                  <a:lnTo>
                    <a:pt x="0" y="2339"/>
                  </a:lnTo>
                  <a:cubicBezTo>
                    <a:pt x="0" y="1051"/>
                    <a:pt x="1051" y="0"/>
                    <a:pt x="2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2661675" y="2831592"/>
              <a:ext cx="1369065" cy="175141"/>
            </a:xfrm>
            <a:custGeom>
              <a:rect b="b" l="l" r="r" t="t"/>
              <a:pathLst>
                <a:path extrusionOk="0" h="3693" w="28868">
                  <a:moveTo>
                    <a:pt x="1847" y="1"/>
                  </a:moveTo>
                  <a:lnTo>
                    <a:pt x="27021" y="1"/>
                  </a:lnTo>
                  <a:cubicBezTo>
                    <a:pt x="28037" y="1"/>
                    <a:pt x="28868" y="832"/>
                    <a:pt x="28868" y="1846"/>
                  </a:cubicBezTo>
                  <a:lnTo>
                    <a:pt x="28868" y="1846"/>
                  </a:lnTo>
                  <a:cubicBezTo>
                    <a:pt x="28868" y="2861"/>
                    <a:pt x="28037" y="3692"/>
                    <a:pt x="27021" y="3692"/>
                  </a:cubicBezTo>
                  <a:lnTo>
                    <a:pt x="1847" y="3692"/>
                  </a:lnTo>
                  <a:cubicBezTo>
                    <a:pt x="831" y="3692"/>
                    <a:pt x="1" y="2861"/>
                    <a:pt x="1" y="1846"/>
                  </a:cubicBezTo>
                  <a:lnTo>
                    <a:pt x="1" y="1846"/>
                  </a:lnTo>
                  <a:cubicBezTo>
                    <a:pt x="1" y="830"/>
                    <a:pt x="831" y="1"/>
                    <a:pt x="1847" y="1"/>
                  </a:cubicBezTo>
                  <a:close/>
                </a:path>
              </a:pathLst>
            </a:custGeom>
            <a:solidFill>
              <a:srgbClr val="92D9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2661675" y="2831592"/>
              <a:ext cx="104904" cy="167885"/>
            </a:xfrm>
            <a:custGeom>
              <a:rect b="b" l="l" r="r" t="t"/>
              <a:pathLst>
                <a:path extrusionOk="0" h="3540" w="2212">
                  <a:moveTo>
                    <a:pt x="1115" y="3540"/>
                  </a:moveTo>
                  <a:lnTo>
                    <a:pt x="2211" y="1"/>
                  </a:lnTo>
                  <a:lnTo>
                    <a:pt x="1847" y="1"/>
                  </a:lnTo>
                  <a:cubicBezTo>
                    <a:pt x="831" y="1"/>
                    <a:pt x="1" y="832"/>
                    <a:pt x="1" y="1846"/>
                  </a:cubicBezTo>
                  <a:cubicBezTo>
                    <a:pt x="1" y="2602"/>
                    <a:pt x="461" y="3254"/>
                    <a:pt x="1115" y="354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5"/>
            <p:cNvSpPr/>
            <p:nvPr/>
          </p:nvSpPr>
          <p:spPr>
            <a:xfrm>
              <a:off x="2883434" y="2831592"/>
              <a:ext cx="225316" cy="175141"/>
            </a:xfrm>
            <a:custGeom>
              <a:rect b="b" l="l" r="r" t="t"/>
              <a:pathLst>
                <a:path extrusionOk="0" h="3693" w="4751">
                  <a:moveTo>
                    <a:pt x="1144" y="1"/>
                  </a:moveTo>
                  <a:lnTo>
                    <a:pt x="1" y="3692"/>
                  </a:lnTo>
                  <a:lnTo>
                    <a:pt x="3610" y="3692"/>
                  </a:lnTo>
                  <a:lnTo>
                    <a:pt x="4751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3225653" y="2831592"/>
              <a:ext cx="225411" cy="175141"/>
            </a:xfrm>
            <a:custGeom>
              <a:rect b="b" l="l" r="r" t="t"/>
              <a:pathLst>
                <a:path extrusionOk="0" h="3693" w="4753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5"/>
            <p:cNvSpPr/>
            <p:nvPr/>
          </p:nvSpPr>
          <p:spPr>
            <a:xfrm>
              <a:off x="3567966" y="2831592"/>
              <a:ext cx="225316" cy="175141"/>
            </a:xfrm>
            <a:custGeom>
              <a:rect b="b" l="l" r="r" t="t"/>
              <a:pathLst>
                <a:path extrusionOk="0" h="3693" w="4751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5"/>
            <p:cNvSpPr/>
            <p:nvPr/>
          </p:nvSpPr>
          <p:spPr>
            <a:xfrm>
              <a:off x="3910138" y="2834058"/>
              <a:ext cx="120697" cy="172674"/>
            </a:xfrm>
            <a:custGeom>
              <a:rect b="b" l="l" r="r" t="t"/>
              <a:pathLst>
                <a:path extrusionOk="0" h="3641" w="2545">
                  <a:moveTo>
                    <a:pt x="1128" y="0"/>
                  </a:moveTo>
                  <a:lnTo>
                    <a:pt x="1" y="3640"/>
                  </a:lnTo>
                  <a:lnTo>
                    <a:pt x="696" y="3640"/>
                  </a:lnTo>
                  <a:cubicBezTo>
                    <a:pt x="1712" y="3640"/>
                    <a:pt x="2543" y="2809"/>
                    <a:pt x="2543" y="1794"/>
                  </a:cubicBezTo>
                  <a:cubicBezTo>
                    <a:pt x="2545" y="928"/>
                    <a:pt x="1938" y="196"/>
                    <a:pt x="1128" y="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5"/>
            <p:cNvSpPr/>
            <p:nvPr/>
          </p:nvSpPr>
          <p:spPr>
            <a:xfrm>
              <a:off x="3915923" y="2674236"/>
              <a:ext cx="99877" cy="70806"/>
            </a:xfrm>
            <a:custGeom>
              <a:rect b="b" l="l" r="r" t="t"/>
              <a:pathLst>
                <a:path extrusionOk="0" h="1493" w="2106">
                  <a:moveTo>
                    <a:pt x="163" y="740"/>
                  </a:moveTo>
                  <a:lnTo>
                    <a:pt x="747" y="1324"/>
                  </a:lnTo>
                  <a:cubicBezTo>
                    <a:pt x="917" y="1493"/>
                    <a:pt x="1191" y="1493"/>
                    <a:pt x="1362" y="1324"/>
                  </a:cubicBezTo>
                  <a:lnTo>
                    <a:pt x="1944" y="740"/>
                  </a:lnTo>
                  <a:cubicBezTo>
                    <a:pt x="2073" y="613"/>
                    <a:pt x="2106" y="434"/>
                    <a:pt x="2036" y="267"/>
                  </a:cubicBezTo>
                  <a:cubicBezTo>
                    <a:pt x="1968" y="101"/>
                    <a:pt x="1814" y="0"/>
                    <a:pt x="1635" y="0"/>
                  </a:cubicBezTo>
                  <a:lnTo>
                    <a:pt x="469" y="0"/>
                  </a:lnTo>
                  <a:cubicBezTo>
                    <a:pt x="288" y="0"/>
                    <a:pt x="138" y="103"/>
                    <a:pt x="68" y="267"/>
                  </a:cubicBezTo>
                  <a:cubicBezTo>
                    <a:pt x="0" y="432"/>
                    <a:pt x="37" y="615"/>
                    <a:pt x="163" y="740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5"/>
          <p:cNvSpPr/>
          <p:nvPr/>
        </p:nvSpPr>
        <p:spPr>
          <a:xfrm>
            <a:off x="719991" y="4282275"/>
            <a:ext cx="260940" cy="240148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5"/>
          <p:cNvSpPr/>
          <p:nvPr/>
        </p:nvSpPr>
        <p:spPr>
          <a:xfrm>
            <a:off x="1056825" y="4303691"/>
            <a:ext cx="625008" cy="196900"/>
          </a:xfrm>
          <a:custGeom>
            <a:rect b="b" l="l" r="r" t="t"/>
            <a:pathLst>
              <a:path extrusionOk="0" h="947" w="3006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1850464" y="4303691"/>
            <a:ext cx="428107" cy="196900"/>
          </a:xfrm>
          <a:custGeom>
            <a:rect b="b" l="l" r="r" t="t"/>
            <a:pathLst>
              <a:path extrusionOk="0" h="947" w="2059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2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16" name="Google Shape;116;p2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6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6"/>
          <p:cNvSpPr/>
          <p:nvPr/>
        </p:nvSpPr>
        <p:spPr>
          <a:xfrm>
            <a:off x="6706361" y="974537"/>
            <a:ext cx="699681" cy="197401"/>
          </a:xfrm>
          <a:custGeom>
            <a:rect b="b" l="l" r="r" t="t"/>
            <a:pathLst>
              <a:path extrusionOk="0" h="1554" w="5508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 rot="1454574">
            <a:off x="7429935" y="440631"/>
            <a:ext cx="1199725" cy="1169337"/>
            <a:chOff x="7352644" y="433004"/>
            <a:chExt cx="1199742" cy="1169354"/>
          </a:xfrm>
        </p:grpSpPr>
        <p:sp>
          <p:nvSpPr>
            <p:cNvPr id="123" name="Google Shape;123;p26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6"/>
          <p:cNvSpPr/>
          <p:nvPr/>
        </p:nvSpPr>
        <p:spPr>
          <a:xfrm>
            <a:off x="5887211" y="974537"/>
            <a:ext cx="699681" cy="197401"/>
          </a:xfrm>
          <a:custGeom>
            <a:rect b="b" l="l" r="r" t="t"/>
            <a:pathLst>
              <a:path extrusionOk="0" h="1554" w="5508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26"/>
          <p:cNvGrpSpPr/>
          <p:nvPr/>
        </p:nvGrpSpPr>
        <p:grpSpPr>
          <a:xfrm rot="2954896">
            <a:off x="168654" y="4078555"/>
            <a:ext cx="862337" cy="840495"/>
            <a:chOff x="7352644" y="433004"/>
            <a:chExt cx="1199742" cy="1169354"/>
          </a:xfrm>
        </p:grpSpPr>
        <p:sp>
          <p:nvSpPr>
            <p:cNvPr id="129" name="Google Shape;129;p26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2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36" name="Google Shape;136;p2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7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2" type="title"/>
          </p:nvPr>
        </p:nvSpPr>
        <p:spPr>
          <a:xfrm>
            <a:off x="2163750" y="180832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1815713" y="2342313"/>
            <a:ext cx="2304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3" type="title"/>
          </p:nvPr>
        </p:nvSpPr>
        <p:spPr>
          <a:xfrm>
            <a:off x="5261384" y="1807500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27"/>
          <p:cNvSpPr txBox="1"/>
          <p:nvPr>
            <p:ph idx="4" type="subTitle"/>
          </p:nvPr>
        </p:nvSpPr>
        <p:spPr>
          <a:xfrm>
            <a:off x="4957215" y="2334075"/>
            <a:ext cx="2304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5" type="title"/>
          </p:nvPr>
        </p:nvSpPr>
        <p:spPr>
          <a:xfrm>
            <a:off x="2163802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" name="Google Shape;146;p27"/>
          <p:cNvSpPr txBox="1"/>
          <p:nvPr>
            <p:ph idx="6" type="subTitle"/>
          </p:nvPr>
        </p:nvSpPr>
        <p:spPr>
          <a:xfrm>
            <a:off x="1815700" y="3867725"/>
            <a:ext cx="2304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7" type="title"/>
          </p:nvPr>
        </p:nvSpPr>
        <p:spPr>
          <a:xfrm>
            <a:off x="5261375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" name="Google Shape;148;p27"/>
          <p:cNvSpPr txBox="1"/>
          <p:nvPr>
            <p:ph idx="8" type="subTitle"/>
          </p:nvPr>
        </p:nvSpPr>
        <p:spPr>
          <a:xfrm>
            <a:off x="4957202" y="3867725"/>
            <a:ext cx="2304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/>
          <p:nvPr/>
        </p:nvSpPr>
        <p:spPr>
          <a:xfrm>
            <a:off x="6966975" y="1083425"/>
            <a:ext cx="986749" cy="199751"/>
          </a:xfrm>
          <a:custGeom>
            <a:rect b="b" l="l" r="r" t="t"/>
            <a:pathLst>
              <a:path extrusionOk="0" h="947" w="4694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7"/>
          <p:cNvGrpSpPr/>
          <p:nvPr/>
        </p:nvGrpSpPr>
        <p:grpSpPr>
          <a:xfrm>
            <a:off x="7580498" y="313907"/>
            <a:ext cx="1440046" cy="1407772"/>
            <a:chOff x="7499398" y="624507"/>
            <a:chExt cx="1440046" cy="1407772"/>
          </a:xfrm>
        </p:grpSpPr>
        <p:sp>
          <p:nvSpPr>
            <p:cNvPr id="151" name="Google Shape;151;p2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2" name="Google Shape;152;p2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153" name="Google Shape;153;p2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7" name="Google Shape;157;p27"/>
          <p:cNvSpPr/>
          <p:nvPr/>
        </p:nvSpPr>
        <p:spPr>
          <a:xfrm>
            <a:off x="276638" y="4345000"/>
            <a:ext cx="886720" cy="199751"/>
          </a:xfrm>
          <a:custGeom>
            <a:rect b="b" l="l" r="r" t="t"/>
            <a:pathLst>
              <a:path extrusionOk="0" h="947" w="4694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3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2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61" name="Google Shape;161;p2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28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8"/>
          <p:cNvSpPr/>
          <p:nvPr/>
        </p:nvSpPr>
        <p:spPr>
          <a:xfrm rot="423713">
            <a:off x="494816" y="3568421"/>
            <a:ext cx="440976" cy="441097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/>
          <p:nvPr/>
        </p:nvSpPr>
        <p:spPr>
          <a:xfrm flipH="1" rot="-3237051">
            <a:off x="-70552" y="3201499"/>
            <a:ext cx="1457989" cy="1186350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2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71" name="Google Shape;171;p2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9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9"/>
          <p:cNvSpPr txBox="1"/>
          <p:nvPr>
            <p:ph idx="1" type="subTitle"/>
          </p:nvPr>
        </p:nvSpPr>
        <p:spPr>
          <a:xfrm rot="299">
            <a:off x="4572000" y="2896925"/>
            <a:ext cx="34470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type="title"/>
          </p:nvPr>
        </p:nvSpPr>
        <p:spPr>
          <a:xfrm>
            <a:off x="4572000" y="1430375"/>
            <a:ext cx="34470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7" name="Google Shape;177;p29"/>
          <p:cNvSpPr/>
          <p:nvPr>
            <p:ph idx="2" type="pic"/>
          </p:nvPr>
        </p:nvSpPr>
        <p:spPr>
          <a:xfrm>
            <a:off x="1373525" y="1191463"/>
            <a:ext cx="2710200" cy="3028500"/>
          </a:xfrm>
          <a:prstGeom prst="roundRect">
            <a:avLst>
              <a:gd fmla="val 9964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9"/>
          <p:cNvSpPr/>
          <p:nvPr/>
        </p:nvSpPr>
        <p:spPr>
          <a:xfrm>
            <a:off x="593954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480106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29"/>
          <p:cNvGrpSpPr/>
          <p:nvPr/>
        </p:nvGrpSpPr>
        <p:grpSpPr>
          <a:xfrm rot="1454298">
            <a:off x="118916" y="3968809"/>
            <a:ext cx="1128632" cy="1100045"/>
            <a:chOff x="7352644" y="433004"/>
            <a:chExt cx="1199742" cy="1169354"/>
          </a:xfrm>
        </p:grpSpPr>
        <p:sp>
          <p:nvSpPr>
            <p:cNvPr id="181" name="Google Shape;181;p29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9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9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9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29"/>
          <p:cNvSpPr/>
          <p:nvPr/>
        </p:nvSpPr>
        <p:spPr>
          <a:xfrm flipH="1">
            <a:off x="178957" y="3738137"/>
            <a:ext cx="452388" cy="452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/>
          <p:nvPr/>
        </p:nvSpPr>
        <p:spPr>
          <a:xfrm flipH="1">
            <a:off x="1373534" y="4603488"/>
            <a:ext cx="244483" cy="24452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707802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MAIN_POINT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3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91" name="Google Shape;191;p3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0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30"/>
          <p:cNvSpPr txBox="1"/>
          <p:nvPr>
            <p:ph idx="1" type="subTitle"/>
          </p:nvPr>
        </p:nvSpPr>
        <p:spPr>
          <a:xfrm rot="420">
            <a:off x="5358075" y="2660125"/>
            <a:ext cx="24564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type="title"/>
          </p:nvPr>
        </p:nvSpPr>
        <p:spPr>
          <a:xfrm>
            <a:off x="5631513" y="2071775"/>
            <a:ext cx="17574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7" name="Google Shape;197;p30"/>
          <p:cNvSpPr/>
          <p:nvPr>
            <p:ph idx="2" type="pic"/>
          </p:nvPr>
        </p:nvSpPr>
        <p:spPr>
          <a:xfrm>
            <a:off x="1481629" y="1635513"/>
            <a:ext cx="3247200" cy="18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/>
          <p:nvPr/>
        </p:nvSpPr>
        <p:spPr>
          <a:xfrm>
            <a:off x="6802912" y="1040725"/>
            <a:ext cx="1046687" cy="165490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5154700" y="1138531"/>
            <a:ext cx="841444" cy="160244"/>
          </a:xfrm>
          <a:custGeom>
            <a:rect b="b" l="l" r="r" t="t"/>
            <a:pathLst>
              <a:path extrusionOk="0" h="947" w="4973">
                <a:moveTo>
                  <a:pt x="474" y="1"/>
                </a:moveTo>
                <a:lnTo>
                  <a:pt x="4500" y="1"/>
                </a:lnTo>
                <a:cubicBezTo>
                  <a:pt x="4759" y="1"/>
                  <a:pt x="4973" y="214"/>
                  <a:pt x="4973" y="474"/>
                </a:cubicBezTo>
                <a:lnTo>
                  <a:pt x="4973" y="474"/>
                </a:lnTo>
                <a:cubicBezTo>
                  <a:pt x="4973" y="733"/>
                  <a:pt x="4759" y="947"/>
                  <a:pt x="4500" y="947"/>
                </a:cubicBezTo>
                <a:lnTo>
                  <a:pt x="474" y="947"/>
                </a:lnTo>
                <a:cubicBezTo>
                  <a:pt x="214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4" y="1"/>
                  <a:pt x="4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6071615" y="1138531"/>
            <a:ext cx="578673" cy="160244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6724910" y="1138531"/>
            <a:ext cx="793898" cy="160244"/>
          </a:xfrm>
          <a:custGeom>
            <a:rect b="b" l="l" r="r" t="t"/>
            <a:pathLst>
              <a:path extrusionOk="0" h="947" w="4692">
                <a:moveTo>
                  <a:pt x="474" y="1"/>
                </a:moveTo>
                <a:lnTo>
                  <a:pt x="4218" y="1"/>
                </a:lnTo>
                <a:cubicBezTo>
                  <a:pt x="4478" y="1"/>
                  <a:pt x="4691" y="214"/>
                  <a:pt x="4691" y="474"/>
                </a:cubicBezTo>
                <a:lnTo>
                  <a:pt x="4691" y="474"/>
                </a:lnTo>
                <a:cubicBezTo>
                  <a:pt x="4691" y="733"/>
                  <a:pt x="4478" y="947"/>
                  <a:pt x="4218" y="947"/>
                </a:cubicBezTo>
                <a:lnTo>
                  <a:pt x="474" y="947"/>
                </a:lnTo>
                <a:cubicBezTo>
                  <a:pt x="215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5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720012" y="4354900"/>
            <a:ext cx="1046687" cy="165490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1366265" y="4272256"/>
            <a:ext cx="578673" cy="160244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1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07" name="Google Shape;207;p31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31"/>
          <p:cNvSpPr txBox="1"/>
          <p:nvPr>
            <p:ph type="ctrTitle"/>
          </p:nvPr>
        </p:nvSpPr>
        <p:spPr>
          <a:xfrm>
            <a:off x="2571776" y="970275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31"/>
          <p:cNvSpPr txBox="1"/>
          <p:nvPr>
            <p:ph idx="1" type="subTitle"/>
          </p:nvPr>
        </p:nvSpPr>
        <p:spPr>
          <a:xfrm>
            <a:off x="2679325" y="1960151"/>
            <a:ext cx="37854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idx="2" type="subTitle"/>
          </p:nvPr>
        </p:nvSpPr>
        <p:spPr>
          <a:xfrm rot="-962">
            <a:off x="2963720" y="42298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1"/>
          <p:cNvSpPr/>
          <p:nvPr/>
        </p:nvSpPr>
        <p:spPr>
          <a:xfrm>
            <a:off x="1420170" y="3866250"/>
            <a:ext cx="452388" cy="452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/>
          <p:nvPr/>
        </p:nvSpPr>
        <p:spPr>
          <a:xfrm rot="3225843">
            <a:off x="709236" y="3422281"/>
            <a:ext cx="1874246" cy="1525057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419576" y="4453263"/>
            <a:ext cx="300428" cy="300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31"/>
          <p:cNvGrpSpPr/>
          <p:nvPr/>
        </p:nvGrpSpPr>
        <p:grpSpPr>
          <a:xfrm rot="823452">
            <a:off x="750513" y="2098687"/>
            <a:ext cx="912772" cy="1009338"/>
            <a:chOff x="1191357" y="3451057"/>
            <a:chExt cx="597555" cy="660773"/>
          </a:xfrm>
        </p:grpSpPr>
        <p:sp>
          <p:nvSpPr>
            <p:cNvPr id="218" name="Google Shape;218;p31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1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31"/>
          <p:cNvGrpSpPr/>
          <p:nvPr/>
        </p:nvGrpSpPr>
        <p:grpSpPr>
          <a:xfrm rot="-10005687">
            <a:off x="7176473" y="640475"/>
            <a:ext cx="1900295" cy="1900079"/>
            <a:chOff x="277880" y="2901316"/>
            <a:chExt cx="1900344" cy="1900127"/>
          </a:xfrm>
        </p:grpSpPr>
        <p:sp>
          <p:nvSpPr>
            <p:cNvPr id="224" name="Google Shape;224;p31"/>
            <p:cNvSpPr/>
            <p:nvPr/>
          </p:nvSpPr>
          <p:spPr>
            <a:xfrm>
              <a:off x="402450" y="3248988"/>
              <a:ext cx="1354500" cy="135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31"/>
            <p:cNvGrpSpPr/>
            <p:nvPr/>
          </p:nvGrpSpPr>
          <p:grpSpPr>
            <a:xfrm rot="2322109">
              <a:off x="551788" y="3175815"/>
              <a:ext cx="1352529" cy="1351128"/>
              <a:chOff x="200055" y="3556746"/>
              <a:chExt cx="869964" cy="869063"/>
            </a:xfrm>
          </p:grpSpPr>
          <p:sp>
            <p:nvSpPr>
              <p:cNvPr id="226" name="Google Shape;226;p31"/>
              <p:cNvSpPr/>
              <p:nvPr/>
            </p:nvSpPr>
            <p:spPr>
              <a:xfrm>
                <a:off x="200055" y="3556746"/>
                <a:ext cx="868968" cy="868968"/>
              </a:xfrm>
              <a:custGeom>
                <a:rect b="b" l="l" r="r" t="t"/>
                <a:pathLst>
                  <a:path extrusionOk="0" h="18323" w="18323">
                    <a:moveTo>
                      <a:pt x="15639" y="2684"/>
                    </a:moveTo>
                    <a:cubicBezTo>
                      <a:pt x="17358" y="4401"/>
                      <a:pt x="18323" y="6731"/>
                      <a:pt x="18323" y="9162"/>
                    </a:cubicBezTo>
                    <a:cubicBezTo>
                      <a:pt x="18323" y="11590"/>
                      <a:pt x="17358" y="13920"/>
                      <a:pt x="15639" y="15639"/>
                    </a:cubicBezTo>
                    <a:cubicBezTo>
                      <a:pt x="13922" y="17356"/>
                      <a:pt x="11592" y="18323"/>
                      <a:pt x="9162" y="18323"/>
                    </a:cubicBezTo>
                    <a:cubicBezTo>
                      <a:pt x="6733" y="18323"/>
                      <a:pt x="4403" y="17356"/>
                      <a:pt x="2684" y="15639"/>
                    </a:cubicBezTo>
                    <a:cubicBezTo>
                      <a:pt x="967" y="13920"/>
                      <a:pt x="1" y="11590"/>
                      <a:pt x="1" y="9162"/>
                    </a:cubicBezTo>
                    <a:cubicBezTo>
                      <a:pt x="1" y="6731"/>
                      <a:pt x="967" y="4401"/>
                      <a:pt x="2684" y="2684"/>
                    </a:cubicBezTo>
                    <a:cubicBezTo>
                      <a:pt x="4403" y="965"/>
                      <a:pt x="6733" y="1"/>
                      <a:pt x="9162" y="1"/>
                    </a:cubicBezTo>
                    <a:cubicBezTo>
                      <a:pt x="11592" y="1"/>
                      <a:pt x="13922" y="965"/>
                      <a:pt x="15639" y="2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1"/>
              <p:cNvSpPr/>
              <p:nvPr/>
            </p:nvSpPr>
            <p:spPr>
              <a:xfrm>
                <a:off x="311314" y="3605499"/>
                <a:ext cx="474914" cy="486723"/>
              </a:xfrm>
              <a:custGeom>
                <a:rect b="b" l="l" r="r" t="t"/>
                <a:pathLst>
                  <a:path extrusionOk="0" h="10263" w="10014">
                    <a:moveTo>
                      <a:pt x="8596" y="30"/>
                    </a:moveTo>
                    <a:cubicBezTo>
                      <a:pt x="9008" y="54"/>
                      <a:pt x="9368" y="246"/>
                      <a:pt x="9620" y="536"/>
                    </a:cubicBezTo>
                    <a:cubicBezTo>
                      <a:pt x="9871" y="823"/>
                      <a:pt x="10013" y="1206"/>
                      <a:pt x="9986" y="1617"/>
                    </a:cubicBezTo>
                    <a:cubicBezTo>
                      <a:pt x="9962" y="2028"/>
                      <a:pt x="9769" y="2388"/>
                      <a:pt x="9481" y="2641"/>
                    </a:cubicBezTo>
                    <a:cubicBezTo>
                      <a:pt x="9193" y="2892"/>
                      <a:pt x="8810" y="3034"/>
                      <a:pt x="8401" y="3009"/>
                    </a:cubicBezTo>
                    <a:cubicBezTo>
                      <a:pt x="7990" y="2983"/>
                      <a:pt x="7630" y="2789"/>
                      <a:pt x="7379" y="2501"/>
                    </a:cubicBezTo>
                    <a:cubicBezTo>
                      <a:pt x="7126" y="2214"/>
                      <a:pt x="6984" y="1831"/>
                      <a:pt x="7011" y="1420"/>
                    </a:cubicBezTo>
                    <a:cubicBezTo>
                      <a:pt x="7036" y="1009"/>
                      <a:pt x="7229" y="649"/>
                      <a:pt x="7517" y="398"/>
                    </a:cubicBezTo>
                    <a:cubicBezTo>
                      <a:pt x="7805" y="145"/>
                      <a:pt x="8187" y="1"/>
                      <a:pt x="8596" y="30"/>
                    </a:cubicBezTo>
                    <a:close/>
                    <a:moveTo>
                      <a:pt x="3032" y="6968"/>
                    </a:moveTo>
                    <a:cubicBezTo>
                      <a:pt x="3482" y="6995"/>
                      <a:pt x="3879" y="7206"/>
                      <a:pt x="4155" y="7519"/>
                    </a:cubicBezTo>
                    <a:cubicBezTo>
                      <a:pt x="4432" y="7836"/>
                      <a:pt x="4587" y="8255"/>
                      <a:pt x="4558" y="8707"/>
                    </a:cubicBezTo>
                    <a:cubicBezTo>
                      <a:pt x="4531" y="9158"/>
                      <a:pt x="4319" y="9555"/>
                      <a:pt x="4007" y="9830"/>
                    </a:cubicBezTo>
                    <a:cubicBezTo>
                      <a:pt x="3690" y="10108"/>
                      <a:pt x="3270" y="10262"/>
                      <a:pt x="2818" y="10233"/>
                    </a:cubicBezTo>
                    <a:cubicBezTo>
                      <a:pt x="2368" y="10205"/>
                      <a:pt x="1971" y="9995"/>
                      <a:pt x="1695" y="9680"/>
                    </a:cubicBezTo>
                    <a:cubicBezTo>
                      <a:pt x="1418" y="9366"/>
                      <a:pt x="1263" y="8946"/>
                      <a:pt x="1292" y="8496"/>
                    </a:cubicBezTo>
                    <a:cubicBezTo>
                      <a:pt x="1319" y="8045"/>
                      <a:pt x="1531" y="7648"/>
                      <a:pt x="1843" y="7373"/>
                    </a:cubicBezTo>
                    <a:cubicBezTo>
                      <a:pt x="2160" y="7093"/>
                      <a:pt x="2582" y="6937"/>
                      <a:pt x="3032" y="6968"/>
                    </a:cubicBezTo>
                    <a:close/>
                    <a:moveTo>
                      <a:pt x="3949" y="7702"/>
                    </a:moveTo>
                    <a:cubicBezTo>
                      <a:pt x="3721" y="7441"/>
                      <a:pt x="3392" y="7268"/>
                      <a:pt x="3015" y="7241"/>
                    </a:cubicBezTo>
                    <a:cubicBezTo>
                      <a:pt x="2641" y="7217"/>
                      <a:pt x="2292" y="7348"/>
                      <a:pt x="2033" y="7576"/>
                    </a:cubicBezTo>
                    <a:cubicBezTo>
                      <a:pt x="1769" y="7805"/>
                      <a:pt x="1597" y="8134"/>
                      <a:pt x="1572" y="8510"/>
                    </a:cubicBezTo>
                    <a:cubicBezTo>
                      <a:pt x="1545" y="8884"/>
                      <a:pt x="1677" y="9234"/>
                      <a:pt x="1905" y="9493"/>
                    </a:cubicBezTo>
                    <a:cubicBezTo>
                      <a:pt x="2135" y="9756"/>
                      <a:pt x="2464" y="9929"/>
                      <a:pt x="2839" y="9954"/>
                    </a:cubicBezTo>
                    <a:cubicBezTo>
                      <a:pt x="3215" y="9980"/>
                      <a:pt x="3565" y="9849"/>
                      <a:pt x="3824" y="9621"/>
                    </a:cubicBezTo>
                    <a:cubicBezTo>
                      <a:pt x="4085" y="9390"/>
                      <a:pt x="4258" y="9061"/>
                      <a:pt x="4284" y="8687"/>
                    </a:cubicBezTo>
                    <a:cubicBezTo>
                      <a:pt x="4307" y="8313"/>
                      <a:pt x="4177" y="7965"/>
                      <a:pt x="3949" y="7702"/>
                    </a:cubicBezTo>
                    <a:close/>
                    <a:moveTo>
                      <a:pt x="1027" y="4124"/>
                    </a:moveTo>
                    <a:cubicBezTo>
                      <a:pt x="1288" y="4142"/>
                      <a:pt x="1518" y="4262"/>
                      <a:pt x="1679" y="4445"/>
                    </a:cubicBezTo>
                    <a:cubicBezTo>
                      <a:pt x="1841" y="4628"/>
                      <a:pt x="1932" y="4872"/>
                      <a:pt x="1913" y="5134"/>
                    </a:cubicBezTo>
                    <a:cubicBezTo>
                      <a:pt x="1895" y="5397"/>
                      <a:pt x="1776" y="5625"/>
                      <a:pt x="1592" y="5787"/>
                    </a:cubicBezTo>
                    <a:cubicBezTo>
                      <a:pt x="1409" y="5946"/>
                      <a:pt x="1165" y="6038"/>
                      <a:pt x="904" y="6022"/>
                    </a:cubicBezTo>
                    <a:cubicBezTo>
                      <a:pt x="640" y="6003"/>
                      <a:pt x="412" y="5882"/>
                      <a:pt x="254" y="5699"/>
                    </a:cubicBezTo>
                    <a:cubicBezTo>
                      <a:pt x="91" y="5516"/>
                      <a:pt x="1" y="5273"/>
                      <a:pt x="19" y="5010"/>
                    </a:cubicBezTo>
                    <a:cubicBezTo>
                      <a:pt x="36" y="4749"/>
                      <a:pt x="157" y="4519"/>
                      <a:pt x="340" y="4360"/>
                    </a:cubicBezTo>
                    <a:cubicBezTo>
                      <a:pt x="523" y="4196"/>
                      <a:pt x="768" y="4105"/>
                      <a:pt x="1027" y="4124"/>
                    </a:cubicBezTo>
                    <a:close/>
                    <a:moveTo>
                      <a:pt x="1471" y="4628"/>
                    </a:moveTo>
                    <a:cubicBezTo>
                      <a:pt x="1358" y="4496"/>
                      <a:pt x="1196" y="4412"/>
                      <a:pt x="1008" y="4399"/>
                    </a:cubicBezTo>
                    <a:cubicBezTo>
                      <a:pt x="823" y="4387"/>
                      <a:pt x="651" y="4451"/>
                      <a:pt x="521" y="4566"/>
                    </a:cubicBezTo>
                    <a:cubicBezTo>
                      <a:pt x="390" y="4679"/>
                      <a:pt x="305" y="4842"/>
                      <a:pt x="291" y="5029"/>
                    </a:cubicBezTo>
                    <a:cubicBezTo>
                      <a:pt x="278" y="5214"/>
                      <a:pt x="342" y="5389"/>
                      <a:pt x="455" y="5518"/>
                    </a:cubicBezTo>
                    <a:cubicBezTo>
                      <a:pt x="568" y="5646"/>
                      <a:pt x="733" y="5734"/>
                      <a:pt x="918" y="5746"/>
                    </a:cubicBezTo>
                    <a:cubicBezTo>
                      <a:pt x="1103" y="5759"/>
                      <a:pt x="1278" y="5695"/>
                      <a:pt x="1407" y="5582"/>
                    </a:cubicBezTo>
                    <a:cubicBezTo>
                      <a:pt x="1535" y="5469"/>
                      <a:pt x="1623" y="5304"/>
                      <a:pt x="1636" y="5119"/>
                    </a:cubicBezTo>
                    <a:cubicBezTo>
                      <a:pt x="1648" y="4928"/>
                      <a:pt x="1584" y="4757"/>
                      <a:pt x="1471" y="4628"/>
                    </a:cubicBezTo>
                    <a:close/>
                    <a:moveTo>
                      <a:pt x="8578" y="305"/>
                    </a:moveTo>
                    <a:cubicBezTo>
                      <a:pt x="8245" y="285"/>
                      <a:pt x="7930" y="400"/>
                      <a:pt x="7700" y="603"/>
                    </a:cubicBezTo>
                    <a:cubicBezTo>
                      <a:pt x="7465" y="809"/>
                      <a:pt x="7311" y="1101"/>
                      <a:pt x="7289" y="1436"/>
                    </a:cubicBezTo>
                    <a:cubicBezTo>
                      <a:pt x="7268" y="1769"/>
                      <a:pt x="7383" y="2080"/>
                      <a:pt x="7587" y="2314"/>
                    </a:cubicBezTo>
                    <a:cubicBezTo>
                      <a:pt x="7790" y="2549"/>
                      <a:pt x="8084" y="2703"/>
                      <a:pt x="8420" y="2726"/>
                    </a:cubicBezTo>
                    <a:cubicBezTo>
                      <a:pt x="8753" y="2746"/>
                      <a:pt x="9065" y="2631"/>
                      <a:pt x="9298" y="2427"/>
                    </a:cubicBezTo>
                    <a:cubicBezTo>
                      <a:pt x="9532" y="2224"/>
                      <a:pt x="9686" y="1930"/>
                      <a:pt x="9709" y="1595"/>
                    </a:cubicBezTo>
                    <a:cubicBezTo>
                      <a:pt x="9756" y="926"/>
                      <a:pt x="9250" y="348"/>
                      <a:pt x="8578" y="305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1"/>
              <p:cNvSpPr/>
              <p:nvPr/>
            </p:nvSpPr>
            <p:spPr>
              <a:xfrm>
                <a:off x="270576" y="3701013"/>
                <a:ext cx="799443" cy="724796"/>
              </a:xfrm>
              <a:custGeom>
                <a:rect b="b" l="l" r="r" t="t"/>
                <a:pathLst>
                  <a:path extrusionOk="0" h="15283" w="16857">
                    <a:moveTo>
                      <a:pt x="14493" y="0"/>
                    </a:moveTo>
                    <a:cubicBezTo>
                      <a:pt x="15653" y="1289"/>
                      <a:pt x="16445" y="2904"/>
                      <a:pt x="16725" y="4676"/>
                    </a:cubicBezTo>
                    <a:cubicBezTo>
                      <a:pt x="16272" y="4697"/>
                      <a:pt x="15859" y="4874"/>
                      <a:pt x="15534" y="5159"/>
                    </a:cubicBezTo>
                    <a:cubicBezTo>
                      <a:pt x="15160" y="5488"/>
                      <a:pt x="14911" y="5961"/>
                      <a:pt x="14874" y="6498"/>
                    </a:cubicBezTo>
                    <a:cubicBezTo>
                      <a:pt x="14839" y="7035"/>
                      <a:pt x="15026" y="7537"/>
                      <a:pt x="15355" y="7911"/>
                    </a:cubicBezTo>
                    <a:cubicBezTo>
                      <a:pt x="15645" y="8244"/>
                      <a:pt x="16048" y="8476"/>
                      <a:pt x="16509" y="8552"/>
                    </a:cubicBezTo>
                    <a:cubicBezTo>
                      <a:pt x="15478" y="12311"/>
                      <a:pt x="12131" y="15053"/>
                      <a:pt x="8187" y="15266"/>
                    </a:cubicBezTo>
                    <a:cubicBezTo>
                      <a:pt x="8195" y="15201"/>
                      <a:pt x="8201" y="15139"/>
                      <a:pt x="8207" y="15075"/>
                    </a:cubicBezTo>
                    <a:cubicBezTo>
                      <a:pt x="8244" y="14479"/>
                      <a:pt x="8039" y="13926"/>
                      <a:pt x="7677" y="13510"/>
                    </a:cubicBezTo>
                    <a:cubicBezTo>
                      <a:pt x="7313" y="13093"/>
                      <a:pt x="6790" y="12819"/>
                      <a:pt x="6196" y="12780"/>
                    </a:cubicBezTo>
                    <a:cubicBezTo>
                      <a:pt x="5602" y="12741"/>
                      <a:pt x="5047" y="12947"/>
                      <a:pt x="4631" y="13309"/>
                    </a:cubicBezTo>
                    <a:cubicBezTo>
                      <a:pt x="4288" y="13611"/>
                      <a:pt x="4043" y="14016"/>
                      <a:pt x="3942" y="14485"/>
                    </a:cubicBezTo>
                    <a:cubicBezTo>
                      <a:pt x="2320" y="13759"/>
                      <a:pt x="954" y="12583"/>
                      <a:pt x="0" y="11117"/>
                    </a:cubicBezTo>
                    <a:cubicBezTo>
                      <a:pt x="3899" y="11551"/>
                      <a:pt x="5402" y="10839"/>
                      <a:pt x="6829" y="7921"/>
                    </a:cubicBezTo>
                    <a:cubicBezTo>
                      <a:pt x="8343" y="4826"/>
                      <a:pt x="11113" y="8604"/>
                      <a:pt x="12322" y="3691"/>
                    </a:cubicBezTo>
                    <a:cubicBezTo>
                      <a:pt x="12892" y="1372"/>
                      <a:pt x="13749" y="391"/>
                      <a:pt x="14493" y="0"/>
                    </a:cubicBezTo>
                    <a:close/>
                    <a:moveTo>
                      <a:pt x="16764" y="4954"/>
                    </a:moveTo>
                    <a:cubicBezTo>
                      <a:pt x="16365" y="4966"/>
                      <a:pt x="16001" y="5120"/>
                      <a:pt x="15717" y="5367"/>
                    </a:cubicBezTo>
                    <a:cubicBezTo>
                      <a:pt x="15396" y="5649"/>
                      <a:pt x="15180" y="6056"/>
                      <a:pt x="15151" y="6513"/>
                    </a:cubicBezTo>
                    <a:cubicBezTo>
                      <a:pt x="15123" y="6973"/>
                      <a:pt x="15283" y="7403"/>
                      <a:pt x="15563" y="7724"/>
                    </a:cubicBezTo>
                    <a:cubicBezTo>
                      <a:pt x="15818" y="8014"/>
                      <a:pt x="16171" y="8217"/>
                      <a:pt x="16579" y="8277"/>
                    </a:cubicBezTo>
                    <a:cubicBezTo>
                      <a:pt x="16700" y="7771"/>
                      <a:pt x="16782" y="7251"/>
                      <a:pt x="16815" y="6714"/>
                    </a:cubicBezTo>
                    <a:cubicBezTo>
                      <a:pt x="16856" y="6118"/>
                      <a:pt x="16838" y="5528"/>
                      <a:pt x="16764" y="4954"/>
                    </a:cubicBezTo>
                    <a:close/>
                    <a:moveTo>
                      <a:pt x="7905" y="15277"/>
                    </a:moveTo>
                    <a:cubicBezTo>
                      <a:pt x="7919" y="15205"/>
                      <a:pt x="7930" y="15133"/>
                      <a:pt x="7932" y="15055"/>
                    </a:cubicBezTo>
                    <a:cubicBezTo>
                      <a:pt x="7965" y="14536"/>
                      <a:pt x="7786" y="14053"/>
                      <a:pt x="7469" y="13693"/>
                    </a:cubicBezTo>
                    <a:cubicBezTo>
                      <a:pt x="7150" y="13329"/>
                      <a:pt x="6696" y="13091"/>
                      <a:pt x="6178" y="13056"/>
                    </a:cubicBezTo>
                    <a:cubicBezTo>
                      <a:pt x="5659" y="13021"/>
                      <a:pt x="5176" y="13200"/>
                      <a:pt x="4816" y="13518"/>
                    </a:cubicBezTo>
                    <a:cubicBezTo>
                      <a:pt x="4506" y="13790"/>
                      <a:pt x="4284" y="14164"/>
                      <a:pt x="4208" y="14594"/>
                    </a:cubicBezTo>
                    <a:cubicBezTo>
                      <a:pt x="5098" y="14960"/>
                      <a:pt x="6064" y="15190"/>
                      <a:pt x="7082" y="15258"/>
                    </a:cubicBezTo>
                    <a:cubicBezTo>
                      <a:pt x="7358" y="15279"/>
                      <a:pt x="7633" y="15283"/>
                      <a:pt x="7905" y="15277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1"/>
              <p:cNvSpPr/>
              <p:nvPr/>
            </p:nvSpPr>
            <p:spPr>
              <a:xfrm>
                <a:off x="731547" y="4048069"/>
                <a:ext cx="85887" cy="85697"/>
              </a:xfrm>
              <a:custGeom>
                <a:rect b="b" l="l" r="r" t="t"/>
                <a:pathLst>
                  <a:path extrusionOk="0" h="1807" w="1811">
                    <a:moveTo>
                      <a:pt x="961" y="31"/>
                    </a:moveTo>
                    <a:cubicBezTo>
                      <a:pt x="1442" y="64"/>
                      <a:pt x="1810" y="478"/>
                      <a:pt x="1777" y="959"/>
                    </a:cubicBezTo>
                    <a:cubicBezTo>
                      <a:pt x="1747" y="1440"/>
                      <a:pt x="1329" y="1806"/>
                      <a:pt x="848" y="1773"/>
                    </a:cubicBezTo>
                    <a:cubicBezTo>
                      <a:pt x="369" y="1740"/>
                      <a:pt x="1" y="1327"/>
                      <a:pt x="34" y="846"/>
                    </a:cubicBezTo>
                    <a:cubicBezTo>
                      <a:pt x="64" y="365"/>
                      <a:pt x="482" y="1"/>
                      <a:pt x="96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0" name="Google Shape;230;p31"/>
          <p:cNvSpPr/>
          <p:nvPr/>
        </p:nvSpPr>
        <p:spPr>
          <a:xfrm rot="-9721048">
            <a:off x="7249053" y="670182"/>
            <a:ext cx="683619" cy="68379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/>
          <p:nvPr/>
        </p:nvSpPr>
        <p:spPr>
          <a:xfrm rot="-9720997">
            <a:off x="8465674" y="2411364"/>
            <a:ext cx="320672" cy="320768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/>
          <p:nvPr/>
        </p:nvSpPr>
        <p:spPr>
          <a:xfrm rot="-9721047">
            <a:off x="7855628" y="2590821"/>
            <a:ext cx="146813" cy="14685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1"/>
          <p:cNvSpPr/>
          <p:nvPr/>
        </p:nvSpPr>
        <p:spPr>
          <a:xfrm rot="-9721073">
            <a:off x="6906618" y="951315"/>
            <a:ext cx="121490" cy="12152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2638875" y="3554025"/>
            <a:ext cx="38667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This presentation template was created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including icons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and infographics &amp; images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3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38" name="Google Shape;238;p3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32"/>
          <p:cNvSpPr txBox="1"/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3" name="Google Shape;243;p32"/>
          <p:cNvSpPr txBox="1"/>
          <p:nvPr>
            <p:ph idx="1" type="subTitle"/>
          </p:nvPr>
        </p:nvSpPr>
        <p:spPr>
          <a:xfrm rot="462">
            <a:off x="5327088" y="3360687"/>
            <a:ext cx="2233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2"/>
          <p:cNvSpPr txBox="1"/>
          <p:nvPr>
            <p:ph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45" name="Google Shape;245;p32"/>
          <p:cNvSpPr/>
          <p:nvPr/>
        </p:nvSpPr>
        <p:spPr>
          <a:xfrm>
            <a:off x="6227500" y="1103025"/>
            <a:ext cx="1232825" cy="153824"/>
          </a:xfrm>
          <a:custGeom>
            <a:rect b="b" l="l" r="r" t="t"/>
            <a:pathLst>
              <a:path extrusionOk="0" h="946" w="7583">
                <a:moveTo>
                  <a:pt x="474" y="0"/>
                </a:moveTo>
                <a:lnTo>
                  <a:pt x="7109" y="0"/>
                </a:lnTo>
                <a:cubicBezTo>
                  <a:pt x="7368" y="0"/>
                  <a:pt x="7582" y="214"/>
                  <a:pt x="7582" y="473"/>
                </a:cubicBezTo>
                <a:lnTo>
                  <a:pt x="7582" y="473"/>
                </a:lnTo>
                <a:cubicBezTo>
                  <a:pt x="7582" y="734"/>
                  <a:pt x="7368" y="946"/>
                  <a:pt x="7109" y="946"/>
                </a:cubicBezTo>
                <a:lnTo>
                  <a:pt x="474" y="946"/>
                </a:lnTo>
                <a:cubicBezTo>
                  <a:pt x="214" y="946"/>
                  <a:pt x="1" y="732"/>
                  <a:pt x="1" y="473"/>
                </a:cubicBezTo>
                <a:lnTo>
                  <a:pt x="1" y="473"/>
                </a:lnTo>
                <a:cubicBezTo>
                  <a:pt x="1" y="214"/>
                  <a:pt x="214" y="0"/>
                  <a:pt x="4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7539026" y="1103025"/>
            <a:ext cx="556503" cy="153824"/>
          </a:xfrm>
          <a:custGeom>
            <a:rect b="b" l="l" r="r" t="t"/>
            <a:pathLst>
              <a:path extrusionOk="0" h="946" w="3423">
                <a:moveTo>
                  <a:pt x="476" y="0"/>
                </a:moveTo>
                <a:lnTo>
                  <a:pt x="2949" y="0"/>
                </a:lnTo>
                <a:cubicBezTo>
                  <a:pt x="3209" y="0"/>
                  <a:pt x="3422" y="214"/>
                  <a:pt x="3422" y="473"/>
                </a:cubicBezTo>
                <a:lnTo>
                  <a:pt x="3422" y="473"/>
                </a:lnTo>
                <a:cubicBezTo>
                  <a:pt x="3422" y="734"/>
                  <a:pt x="3209" y="946"/>
                  <a:pt x="2949" y="946"/>
                </a:cubicBezTo>
                <a:lnTo>
                  <a:pt x="476" y="946"/>
                </a:lnTo>
                <a:cubicBezTo>
                  <a:pt x="217" y="946"/>
                  <a:pt x="3" y="732"/>
                  <a:pt x="3" y="473"/>
                </a:cubicBezTo>
                <a:lnTo>
                  <a:pt x="3" y="473"/>
                </a:lnTo>
                <a:cubicBezTo>
                  <a:pt x="1" y="214"/>
                  <a:pt x="214" y="0"/>
                  <a:pt x="4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/>
          <p:nvPr/>
        </p:nvSpPr>
        <p:spPr>
          <a:xfrm>
            <a:off x="273628" y="3000174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3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51" name="Google Shape;251;p3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33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720000" y="1533525"/>
            <a:ext cx="77040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57" name="Google Shape;257;p33"/>
          <p:cNvSpPr/>
          <p:nvPr/>
        </p:nvSpPr>
        <p:spPr>
          <a:xfrm rot="4304125">
            <a:off x="7672168" y="1031002"/>
            <a:ext cx="1793781" cy="1459569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/>
          <p:nvPr/>
        </p:nvSpPr>
        <p:spPr>
          <a:xfrm rot="7355165">
            <a:off x="8197463" y="1374859"/>
            <a:ext cx="578861" cy="579015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3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62" name="Google Shape;262;p3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34"/>
          <p:cNvSpPr txBox="1"/>
          <p:nvPr>
            <p:ph idx="1" type="subTitle"/>
          </p:nvPr>
        </p:nvSpPr>
        <p:spPr>
          <a:xfrm>
            <a:off x="1436675" y="2384025"/>
            <a:ext cx="2420100" cy="1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4"/>
          <p:cNvSpPr txBox="1"/>
          <p:nvPr>
            <p:ph idx="2" type="subTitle"/>
          </p:nvPr>
        </p:nvSpPr>
        <p:spPr>
          <a:xfrm>
            <a:off x="5121272" y="2383425"/>
            <a:ext cx="242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34"/>
          <p:cNvSpPr txBox="1"/>
          <p:nvPr>
            <p:ph idx="3" type="title"/>
          </p:nvPr>
        </p:nvSpPr>
        <p:spPr>
          <a:xfrm>
            <a:off x="1441859" y="3389025"/>
            <a:ext cx="240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0" name="Google Shape;270;p34"/>
          <p:cNvSpPr txBox="1"/>
          <p:nvPr>
            <p:ph idx="4" type="title"/>
          </p:nvPr>
        </p:nvSpPr>
        <p:spPr>
          <a:xfrm>
            <a:off x="5125772" y="3389025"/>
            <a:ext cx="241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1" name="Google Shape;271;p34"/>
          <p:cNvSpPr/>
          <p:nvPr/>
        </p:nvSpPr>
        <p:spPr>
          <a:xfrm>
            <a:off x="7943850" y="714375"/>
            <a:ext cx="1128900" cy="112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34"/>
          <p:cNvGrpSpPr/>
          <p:nvPr/>
        </p:nvGrpSpPr>
        <p:grpSpPr>
          <a:xfrm rot="-846281">
            <a:off x="7879557" y="690583"/>
            <a:ext cx="1078052" cy="1078403"/>
            <a:chOff x="5759760" y="3433415"/>
            <a:chExt cx="583422" cy="583612"/>
          </a:xfrm>
        </p:grpSpPr>
        <p:sp>
          <p:nvSpPr>
            <p:cNvPr id="273" name="Google Shape;273;p34"/>
            <p:cNvSpPr/>
            <p:nvPr/>
          </p:nvSpPr>
          <p:spPr>
            <a:xfrm>
              <a:off x="5759760" y="3433415"/>
              <a:ext cx="583422" cy="583612"/>
            </a:xfrm>
            <a:custGeom>
              <a:rect b="b" l="l" r="r" t="t"/>
              <a:pathLst>
                <a:path extrusionOk="0" h="12306" w="12302">
                  <a:moveTo>
                    <a:pt x="6540" y="217"/>
                  </a:moveTo>
                  <a:cubicBezTo>
                    <a:pt x="9818" y="430"/>
                    <a:pt x="12302" y="3262"/>
                    <a:pt x="12090" y="6542"/>
                  </a:cubicBezTo>
                  <a:cubicBezTo>
                    <a:pt x="11876" y="9820"/>
                    <a:pt x="9042" y="12306"/>
                    <a:pt x="5762" y="12092"/>
                  </a:cubicBezTo>
                  <a:cubicBezTo>
                    <a:pt x="2487" y="11878"/>
                    <a:pt x="1" y="9047"/>
                    <a:pt x="214" y="5767"/>
                  </a:cubicBezTo>
                  <a:cubicBezTo>
                    <a:pt x="426" y="2487"/>
                    <a:pt x="3260" y="1"/>
                    <a:pt x="6540" y="217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5834360" y="3463578"/>
              <a:ext cx="315613" cy="339421"/>
            </a:xfrm>
            <a:custGeom>
              <a:rect b="b" l="l" r="r" t="t"/>
              <a:pathLst>
                <a:path extrusionOk="0" h="7157" w="6655">
                  <a:moveTo>
                    <a:pt x="5732" y="251"/>
                  </a:moveTo>
                  <a:cubicBezTo>
                    <a:pt x="5999" y="269"/>
                    <a:pt x="6233" y="393"/>
                    <a:pt x="6398" y="580"/>
                  </a:cubicBezTo>
                  <a:cubicBezTo>
                    <a:pt x="6562" y="769"/>
                    <a:pt x="6655" y="1016"/>
                    <a:pt x="6636" y="1283"/>
                  </a:cubicBezTo>
                  <a:cubicBezTo>
                    <a:pt x="6620" y="1551"/>
                    <a:pt x="6497" y="1783"/>
                    <a:pt x="6307" y="1947"/>
                  </a:cubicBezTo>
                  <a:cubicBezTo>
                    <a:pt x="6122" y="2112"/>
                    <a:pt x="5874" y="2205"/>
                    <a:pt x="5606" y="2188"/>
                  </a:cubicBezTo>
                  <a:cubicBezTo>
                    <a:pt x="5339" y="2170"/>
                    <a:pt x="5104" y="2046"/>
                    <a:pt x="4940" y="1859"/>
                  </a:cubicBezTo>
                  <a:cubicBezTo>
                    <a:pt x="4775" y="1674"/>
                    <a:pt x="4683" y="1423"/>
                    <a:pt x="4701" y="1156"/>
                  </a:cubicBezTo>
                  <a:cubicBezTo>
                    <a:pt x="4720" y="888"/>
                    <a:pt x="4843" y="656"/>
                    <a:pt x="5030" y="492"/>
                  </a:cubicBezTo>
                  <a:cubicBezTo>
                    <a:pt x="5216" y="329"/>
                    <a:pt x="5464" y="237"/>
                    <a:pt x="5732" y="251"/>
                  </a:cubicBezTo>
                  <a:close/>
                  <a:moveTo>
                    <a:pt x="1535" y="4298"/>
                  </a:moveTo>
                  <a:cubicBezTo>
                    <a:pt x="1925" y="4323"/>
                    <a:pt x="2271" y="4506"/>
                    <a:pt x="2509" y="4777"/>
                  </a:cubicBezTo>
                  <a:cubicBezTo>
                    <a:pt x="2748" y="5051"/>
                    <a:pt x="2884" y="5417"/>
                    <a:pt x="2859" y="5805"/>
                  </a:cubicBezTo>
                  <a:cubicBezTo>
                    <a:pt x="2832" y="6196"/>
                    <a:pt x="2651" y="6541"/>
                    <a:pt x="2378" y="6780"/>
                  </a:cubicBezTo>
                  <a:cubicBezTo>
                    <a:pt x="2106" y="7018"/>
                    <a:pt x="1740" y="7156"/>
                    <a:pt x="1350" y="7129"/>
                  </a:cubicBezTo>
                  <a:cubicBezTo>
                    <a:pt x="959" y="7105"/>
                    <a:pt x="616" y="6922"/>
                    <a:pt x="375" y="6650"/>
                  </a:cubicBezTo>
                  <a:cubicBezTo>
                    <a:pt x="136" y="6377"/>
                    <a:pt x="1" y="6009"/>
                    <a:pt x="25" y="5622"/>
                  </a:cubicBezTo>
                  <a:cubicBezTo>
                    <a:pt x="52" y="5231"/>
                    <a:pt x="235" y="4886"/>
                    <a:pt x="507" y="4647"/>
                  </a:cubicBezTo>
                  <a:cubicBezTo>
                    <a:pt x="780" y="4409"/>
                    <a:pt x="1144" y="4271"/>
                    <a:pt x="1535" y="4298"/>
                  </a:cubicBezTo>
                  <a:close/>
                  <a:moveTo>
                    <a:pt x="2333" y="4937"/>
                  </a:moveTo>
                  <a:cubicBezTo>
                    <a:pt x="2133" y="4711"/>
                    <a:pt x="1845" y="4559"/>
                    <a:pt x="1522" y="4538"/>
                  </a:cubicBezTo>
                  <a:cubicBezTo>
                    <a:pt x="1195" y="4518"/>
                    <a:pt x="893" y="4629"/>
                    <a:pt x="667" y="4830"/>
                  </a:cubicBezTo>
                  <a:cubicBezTo>
                    <a:pt x="441" y="5028"/>
                    <a:pt x="289" y="5316"/>
                    <a:pt x="268" y="5639"/>
                  </a:cubicBezTo>
                  <a:cubicBezTo>
                    <a:pt x="247" y="5966"/>
                    <a:pt x="358" y="6270"/>
                    <a:pt x="558" y="6496"/>
                  </a:cubicBezTo>
                  <a:cubicBezTo>
                    <a:pt x="759" y="6722"/>
                    <a:pt x="1043" y="6872"/>
                    <a:pt x="1368" y="6893"/>
                  </a:cubicBezTo>
                  <a:cubicBezTo>
                    <a:pt x="1695" y="6914"/>
                    <a:pt x="1997" y="6805"/>
                    <a:pt x="2224" y="6603"/>
                  </a:cubicBezTo>
                  <a:cubicBezTo>
                    <a:pt x="2452" y="6406"/>
                    <a:pt x="2602" y="6118"/>
                    <a:pt x="2622" y="5793"/>
                  </a:cubicBezTo>
                  <a:cubicBezTo>
                    <a:pt x="2643" y="5468"/>
                    <a:pt x="2530" y="5164"/>
                    <a:pt x="2333" y="4937"/>
                  </a:cubicBezTo>
                  <a:close/>
                  <a:moveTo>
                    <a:pt x="3468" y="12"/>
                  </a:moveTo>
                  <a:cubicBezTo>
                    <a:pt x="3638" y="23"/>
                    <a:pt x="3788" y="103"/>
                    <a:pt x="3891" y="220"/>
                  </a:cubicBezTo>
                  <a:cubicBezTo>
                    <a:pt x="3998" y="339"/>
                    <a:pt x="4056" y="498"/>
                    <a:pt x="4043" y="668"/>
                  </a:cubicBezTo>
                  <a:cubicBezTo>
                    <a:pt x="4033" y="837"/>
                    <a:pt x="3953" y="987"/>
                    <a:pt x="3836" y="1092"/>
                  </a:cubicBezTo>
                  <a:cubicBezTo>
                    <a:pt x="3716" y="1197"/>
                    <a:pt x="3558" y="1257"/>
                    <a:pt x="3387" y="1244"/>
                  </a:cubicBezTo>
                  <a:cubicBezTo>
                    <a:pt x="3219" y="1234"/>
                    <a:pt x="3069" y="1154"/>
                    <a:pt x="2964" y="1034"/>
                  </a:cubicBezTo>
                  <a:cubicBezTo>
                    <a:pt x="2859" y="917"/>
                    <a:pt x="2799" y="757"/>
                    <a:pt x="2812" y="588"/>
                  </a:cubicBezTo>
                  <a:cubicBezTo>
                    <a:pt x="2826" y="420"/>
                    <a:pt x="2902" y="269"/>
                    <a:pt x="3021" y="165"/>
                  </a:cubicBezTo>
                  <a:cubicBezTo>
                    <a:pt x="3139" y="60"/>
                    <a:pt x="3299" y="0"/>
                    <a:pt x="3468" y="12"/>
                  </a:cubicBezTo>
                  <a:close/>
                  <a:moveTo>
                    <a:pt x="3756" y="339"/>
                  </a:moveTo>
                  <a:cubicBezTo>
                    <a:pt x="3682" y="253"/>
                    <a:pt x="3577" y="198"/>
                    <a:pt x="3455" y="193"/>
                  </a:cubicBezTo>
                  <a:cubicBezTo>
                    <a:pt x="3334" y="185"/>
                    <a:pt x="3221" y="226"/>
                    <a:pt x="3139" y="300"/>
                  </a:cubicBezTo>
                  <a:cubicBezTo>
                    <a:pt x="3054" y="374"/>
                    <a:pt x="2997" y="481"/>
                    <a:pt x="2993" y="601"/>
                  </a:cubicBezTo>
                  <a:cubicBezTo>
                    <a:pt x="2984" y="722"/>
                    <a:pt x="3026" y="835"/>
                    <a:pt x="3100" y="917"/>
                  </a:cubicBezTo>
                  <a:cubicBezTo>
                    <a:pt x="3176" y="1002"/>
                    <a:pt x="3281" y="1055"/>
                    <a:pt x="3402" y="1063"/>
                  </a:cubicBezTo>
                  <a:cubicBezTo>
                    <a:pt x="3521" y="1071"/>
                    <a:pt x="3634" y="1030"/>
                    <a:pt x="3716" y="956"/>
                  </a:cubicBezTo>
                  <a:cubicBezTo>
                    <a:pt x="3803" y="882"/>
                    <a:pt x="3856" y="775"/>
                    <a:pt x="3865" y="656"/>
                  </a:cubicBezTo>
                  <a:cubicBezTo>
                    <a:pt x="3871" y="537"/>
                    <a:pt x="3830" y="424"/>
                    <a:pt x="3756" y="339"/>
                  </a:cubicBezTo>
                  <a:close/>
                  <a:moveTo>
                    <a:pt x="5719" y="432"/>
                  </a:moveTo>
                  <a:cubicBezTo>
                    <a:pt x="5503" y="415"/>
                    <a:pt x="5300" y="492"/>
                    <a:pt x="5150" y="627"/>
                  </a:cubicBezTo>
                  <a:cubicBezTo>
                    <a:pt x="4998" y="761"/>
                    <a:pt x="4895" y="950"/>
                    <a:pt x="4882" y="1170"/>
                  </a:cubicBezTo>
                  <a:cubicBezTo>
                    <a:pt x="4866" y="1386"/>
                    <a:pt x="4944" y="1588"/>
                    <a:pt x="5078" y="1740"/>
                  </a:cubicBezTo>
                  <a:cubicBezTo>
                    <a:pt x="5211" y="1892"/>
                    <a:pt x="5401" y="1995"/>
                    <a:pt x="5619" y="2007"/>
                  </a:cubicBezTo>
                  <a:cubicBezTo>
                    <a:pt x="5834" y="2024"/>
                    <a:pt x="6038" y="1945"/>
                    <a:pt x="6190" y="1812"/>
                  </a:cubicBezTo>
                  <a:cubicBezTo>
                    <a:pt x="6342" y="1678"/>
                    <a:pt x="6445" y="1487"/>
                    <a:pt x="6458" y="1269"/>
                  </a:cubicBezTo>
                  <a:cubicBezTo>
                    <a:pt x="6486" y="835"/>
                    <a:pt x="6157" y="459"/>
                    <a:pt x="5719" y="432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5815058" y="3536707"/>
              <a:ext cx="519161" cy="470788"/>
            </a:xfrm>
            <a:custGeom>
              <a:rect b="b" l="l" r="r" t="t"/>
              <a:pathLst>
                <a:path extrusionOk="0" h="9927" w="10947">
                  <a:moveTo>
                    <a:pt x="9412" y="0"/>
                  </a:moveTo>
                  <a:cubicBezTo>
                    <a:pt x="10165" y="837"/>
                    <a:pt x="10679" y="1886"/>
                    <a:pt x="10860" y="3038"/>
                  </a:cubicBezTo>
                  <a:lnTo>
                    <a:pt x="10887" y="3219"/>
                  </a:lnTo>
                  <a:cubicBezTo>
                    <a:pt x="10934" y="3591"/>
                    <a:pt x="10946" y="3973"/>
                    <a:pt x="10922" y="4364"/>
                  </a:cubicBezTo>
                  <a:cubicBezTo>
                    <a:pt x="10899" y="4714"/>
                    <a:pt x="10848" y="5053"/>
                    <a:pt x="10768" y="5380"/>
                  </a:cubicBezTo>
                  <a:lnTo>
                    <a:pt x="10722" y="5555"/>
                  </a:lnTo>
                  <a:cubicBezTo>
                    <a:pt x="10054" y="7998"/>
                    <a:pt x="7878" y="9778"/>
                    <a:pt x="5316" y="9916"/>
                  </a:cubicBezTo>
                  <a:cubicBezTo>
                    <a:pt x="5324" y="9875"/>
                    <a:pt x="5326" y="9834"/>
                    <a:pt x="5328" y="9793"/>
                  </a:cubicBezTo>
                  <a:cubicBezTo>
                    <a:pt x="5355" y="9408"/>
                    <a:pt x="5222" y="9048"/>
                    <a:pt x="4985" y="8779"/>
                  </a:cubicBezTo>
                  <a:cubicBezTo>
                    <a:pt x="4749" y="8507"/>
                    <a:pt x="4409" y="8329"/>
                    <a:pt x="4023" y="8302"/>
                  </a:cubicBezTo>
                  <a:cubicBezTo>
                    <a:pt x="3638" y="8277"/>
                    <a:pt x="3278" y="8411"/>
                    <a:pt x="3009" y="8647"/>
                  </a:cubicBezTo>
                  <a:cubicBezTo>
                    <a:pt x="2785" y="8843"/>
                    <a:pt x="2626" y="9106"/>
                    <a:pt x="2561" y="9410"/>
                  </a:cubicBezTo>
                  <a:cubicBezTo>
                    <a:pt x="1508" y="8939"/>
                    <a:pt x="622" y="8174"/>
                    <a:pt x="0" y="7222"/>
                  </a:cubicBezTo>
                  <a:cubicBezTo>
                    <a:pt x="2532" y="7506"/>
                    <a:pt x="3509" y="7043"/>
                    <a:pt x="4434" y="5147"/>
                  </a:cubicBezTo>
                  <a:cubicBezTo>
                    <a:pt x="5417" y="3138"/>
                    <a:pt x="7218" y="5590"/>
                    <a:pt x="8004" y="2400"/>
                  </a:cubicBezTo>
                  <a:cubicBezTo>
                    <a:pt x="8370" y="893"/>
                    <a:pt x="8929" y="253"/>
                    <a:pt x="9412" y="0"/>
                  </a:cubicBezTo>
                  <a:close/>
                  <a:moveTo>
                    <a:pt x="5131" y="9922"/>
                  </a:moveTo>
                  <a:cubicBezTo>
                    <a:pt x="5139" y="9875"/>
                    <a:pt x="5148" y="9828"/>
                    <a:pt x="5150" y="9778"/>
                  </a:cubicBezTo>
                  <a:cubicBezTo>
                    <a:pt x="5170" y="9441"/>
                    <a:pt x="5055" y="9126"/>
                    <a:pt x="4849" y="8894"/>
                  </a:cubicBezTo>
                  <a:cubicBezTo>
                    <a:pt x="4644" y="8660"/>
                    <a:pt x="4348" y="8503"/>
                    <a:pt x="4010" y="8479"/>
                  </a:cubicBezTo>
                  <a:cubicBezTo>
                    <a:pt x="3673" y="8458"/>
                    <a:pt x="3361" y="8575"/>
                    <a:pt x="3124" y="8781"/>
                  </a:cubicBezTo>
                  <a:cubicBezTo>
                    <a:pt x="2921" y="8958"/>
                    <a:pt x="2777" y="9203"/>
                    <a:pt x="2729" y="9482"/>
                  </a:cubicBezTo>
                  <a:cubicBezTo>
                    <a:pt x="3309" y="9719"/>
                    <a:pt x="3936" y="9871"/>
                    <a:pt x="4594" y="9912"/>
                  </a:cubicBezTo>
                  <a:cubicBezTo>
                    <a:pt x="4777" y="9924"/>
                    <a:pt x="4954" y="9926"/>
                    <a:pt x="5131" y="9922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6114357" y="3762165"/>
              <a:ext cx="55724" cy="55630"/>
            </a:xfrm>
            <a:custGeom>
              <a:rect b="b" l="l" r="r" t="t"/>
              <a:pathLst>
                <a:path extrusionOk="0" h="1173" w="1175">
                  <a:moveTo>
                    <a:pt x="626" y="19"/>
                  </a:moveTo>
                  <a:cubicBezTo>
                    <a:pt x="936" y="40"/>
                    <a:pt x="1175" y="309"/>
                    <a:pt x="1154" y="624"/>
                  </a:cubicBezTo>
                  <a:cubicBezTo>
                    <a:pt x="1133" y="934"/>
                    <a:pt x="864" y="1173"/>
                    <a:pt x="552" y="1152"/>
                  </a:cubicBezTo>
                  <a:cubicBezTo>
                    <a:pt x="237" y="1132"/>
                    <a:pt x="0" y="862"/>
                    <a:pt x="21" y="550"/>
                  </a:cubicBezTo>
                  <a:cubicBezTo>
                    <a:pt x="42" y="237"/>
                    <a:pt x="311" y="1"/>
                    <a:pt x="626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79" name="Google Shape;279;p3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3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697000" y="930800"/>
            <a:ext cx="7727022" cy="3340403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3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89" name="Google Shape;289;p3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36"/>
          <p:cNvSpPr txBox="1"/>
          <p:nvPr>
            <p:ph type="title"/>
          </p:nvPr>
        </p:nvSpPr>
        <p:spPr>
          <a:xfrm>
            <a:off x="1016088" y="1227200"/>
            <a:ext cx="3975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36"/>
          <p:cNvSpPr txBox="1"/>
          <p:nvPr>
            <p:ph idx="1" type="subTitle"/>
          </p:nvPr>
        </p:nvSpPr>
        <p:spPr>
          <a:xfrm rot="-259">
            <a:off x="1016087" y="1874950"/>
            <a:ext cx="3975300" cy="20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36"/>
          <p:cNvSpPr/>
          <p:nvPr/>
        </p:nvSpPr>
        <p:spPr>
          <a:xfrm>
            <a:off x="7197192" y="1089921"/>
            <a:ext cx="780642" cy="123424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5967911" y="1162865"/>
            <a:ext cx="627568" cy="119511"/>
          </a:xfrm>
          <a:custGeom>
            <a:rect b="b" l="l" r="r" t="t"/>
            <a:pathLst>
              <a:path extrusionOk="0" h="947" w="4973">
                <a:moveTo>
                  <a:pt x="474" y="1"/>
                </a:moveTo>
                <a:lnTo>
                  <a:pt x="4500" y="1"/>
                </a:lnTo>
                <a:cubicBezTo>
                  <a:pt x="4759" y="1"/>
                  <a:pt x="4973" y="214"/>
                  <a:pt x="4973" y="474"/>
                </a:cubicBezTo>
                <a:lnTo>
                  <a:pt x="4973" y="474"/>
                </a:lnTo>
                <a:cubicBezTo>
                  <a:pt x="4973" y="733"/>
                  <a:pt x="4759" y="947"/>
                  <a:pt x="4500" y="947"/>
                </a:cubicBezTo>
                <a:lnTo>
                  <a:pt x="474" y="947"/>
                </a:lnTo>
                <a:cubicBezTo>
                  <a:pt x="214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4" y="1"/>
                  <a:pt x="474" y="1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6651770" y="1162865"/>
            <a:ext cx="431587" cy="119511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6"/>
          <p:cNvSpPr/>
          <p:nvPr/>
        </p:nvSpPr>
        <p:spPr>
          <a:xfrm>
            <a:off x="7139015" y="1162865"/>
            <a:ext cx="592107" cy="119511"/>
          </a:xfrm>
          <a:custGeom>
            <a:rect b="b" l="l" r="r" t="t"/>
            <a:pathLst>
              <a:path extrusionOk="0" h="947" w="4692">
                <a:moveTo>
                  <a:pt x="474" y="1"/>
                </a:moveTo>
                <a:lnTo>
                  <a:pt x="4218" y="1"/>
                </a:lnTo>
                <a:cubicBezTo>
                  <a:pt x="4478" y="1"/>
                  <a:pt x="4691" y="214"/>
                  <a:pt x="4691" y="474"/>
                </a:cubicBezTo>
                <a:lnTo>
                  <a:pt x="4691" y="474"/>
                </a:lnTo>
                <a:cubicBezTo>
                  <a:pt x="4691" y="733"/>
                  <a:pt x="4478" y="947"/>
                  <a:pt x="4218" y="947"/>
                </a:cubicBezTo>
                <a:lnTo>
                  <a:pt x="474" y="947"/>
                </a:lnTo>
                <a:cubicBezTo>
                  <a:pt x="215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5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7824893" y="1144692"/>
            <a:ext cx="158249" cy="145761"/>
          </a:xfrm>
          <a:custGeom>
            <a:rect b="b" l="l" r="r" t="t"/>
            <a:pathLst>
              <a:path extrusionOk="0" h="1155" w="1254">
                <a:moveTo>
                  <a:pt x="725" y="50"/>
                </a:moveTo>
                <a:lnTo>
                  <a:pt x="87" y="1154"/>
                </a:lnTo>
                <a:lnTo>
                  <a:pt x="1" y="1105"/>
                </a:lnTo>
                <a:lnTo>
                  <a:pt x="638" y="1"/>
                </a:lnTo>
                <a:close/>
                <a:moveTo>
                  <a:pt x="1253" y="50"/>
                </a:moveTo>
                <a:lnTo>
                  <a:pt x="1169" y="1"/>
                </a:lnTo>
                <a:lnTo>
                  <a:pt x="531" y="1105"/>
                </a:lnTo>
                <a:lnTo>
                  <a:pt x="616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5967911" y="1420820"/>
            <a:ext cx="119507" cy="119259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6182824" y="1420820"/>
            <a:ext cx="119759" cy="119511"/>
          </a:xfrm>
          <a:custGeom>
            <a:rect b="b" l="l" r="r" t="t"/>
            <a:pathLst>
              <a:path extrusionOk="0" h="947" w="949">
                <a:moveTo>
                  <a:pt x="473" y="1"/>
                </a:moveTo>
                <a:lnTo>
                  <a:pt x="948" y="947"/>
                </a:lnTo>
                <a:lnTo>
                  <a:pt x="0" y="947"/>
                </a:lnTo>
                <a:close/>
              </a:path>
            </a:pathLst>
          </a:custGeom>
          <a:solidFill>
            <a:srgbClr val="F8E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6408842" y="1420820"/>
            <a:ext cx="387040" cy="119259"/>
          </a:xfrm>
          <a:custGeom>
            <a:rect b="b" l="l" r="r" t="t"/>
            <a:pathLst>
              <a:path extrusionOk="0" h="945" w="3067">
                <a:moveTo>
                  <a:pt x="473" y="1"/>
                </a:moveTo>
                <a:lnTo>
                  <a:pt x="2593" y="1"/>
                </a:lnTo>
                <a:cubicBezTo>
                  <a:pt x="2855" y="1"/>
                  <a:pt x="3066" y="212"/>
                  <a:pt x="3066" y="474"/>
                </a:cubicBezTo>
                <a:lnTo>
                  <a:pt x="3066" y="474"/>
                </a:lnTo>
                <a:cubicBezTo>
                  <a:pt x="3066" y="733"/>
                  <a:pt x="2855" y="944"/>
                  <a:pt x="2593" y="944"/>
                </a:cubicBezTo>
                <a:lnTo>
                  <a:pt x="473" y="944"/>
                </a:lnTo>
                <a:cubicBezTo>
                  <a:pt x="214" y="944"/>
                  <a:pt x="0" y="733"/>
                  <a:pt x="0" y="474"/>
                </a:cubicBezTo>
                <a:lnTo>
                  <a:pt x="0" y="474"/>
                </a:lnTo>
                <a:cubicBezTo>
                  <a:pt x="0" y="212"/>
                  <a:pt x="214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3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06" name="Google Shape;306;p3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37"/>
          <p:cNvSpPr txBox="1"/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2479125" y="2734850"/>
            <a:ext cx="4162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/>
        </p:nvSpPr>
        <p:spPr>
          <a:xfrm>
            <a:off x="8038964" y="2136263"/>
            <a:ext cx="200227" cy="199811"/>
          </a:xfrm>
          <a:custGeom>
            <a:rect b="b" l="l" r="r" t="t"/>
            <a:pathLst>
              <a:path extrusionOk="0" h="961" w="963">
                <a:moveTo>
                  <a:pt x="482" y="960"/>
                </a:moveTo>
                <a:cubicBezTo>
                  <a:pt x="747" y="960"/>
                  <a:pt x="963" y="745"/>
                  <a:pt x="963" y="481"/>
                </a:cubicBezTo>
                <a:cubicBezTo>
                  <a:pt x="963" y="216"/>
                  <a:pt x="747" y="0"/>
                  <a:pt x="482" y="0"/>
                </a:cubicBezTo>
                <a:cubicBezTo>
                  <a:pt x="217" y="0"/>
                  <a:pt x="1" y="216"/>
                  <a:pt x="1" y="481"/>
                </a:cubicBezTo>
                <a:cubicBezTo>
                  <a:pt x="1" y="742"/>
                  <a:pt x="219" y="960"/>
                  <a:pt x="482" y="960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7"/>
          <p:cNvSpPr/>
          <p:nvPr/>
        </p:nvSpPr>
        <p:spPr>
          <a:xfrm rot="4304125">
            <a:off x="7672168" y="1031002"/>
            <a:ext cx="1793781" cy="1459569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/>
          <p:nvPr/>
        </p:nvSpPr>
        <p:spPr>
          <a:xfrm rot="7355165">
            <a:off x="8197463" y="1374859"/>
            <a:ext cx="578861" cy="579015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720009" y="4386686"/>
            <a:ext cx="88589" cy="216812"/>
          </a:xfrm>
          <a:custGeom>
            <a:rect b="b" l="l" r="r" t="t"/>
            <a:pathLst>
              <a:path extrusionOk="0" h="1718" w="702">
                <a:moveTo>
                  <a:pt x="701" y="281"/>
                </a:moveTo>
                <a:lnTo>
                  <a:pt x="278" y="281"/>
                </a:lnTo>
                <a:lnTo>
                  <a:pt x="278" y="1438"/>
                </a:lnTo>
                <a:lnTo>
                  <a:pt x="701" y="1438"/>
                </a:lnTo>
                <a:lnTo>
                  <a:pt x="701" y="1718"/>
                </a:lnTo>
                <a:lnTo>
                  <a:pt x="0" y="1718"/>
                </a:lnTo>
                <a:lnTo>
                  <a:pt x="0" y="1"/>
                </a:lnTo>
                <a:lnTo>
                  <a:pt x="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873842" y="4435273"/>
            <a:ext cx="592107" cy="119511"/>
          </a:xfrm>
          <a:custGeom>
            <a:rect b="b" l="l" r="r" t="t"/>
            <a:pathLst>
              <a:path extrusionOk="0" h="947" w="4692">
                <a:moveTo>
                  <a:pt x="473" y="0"/>
                </a:moveTo>
                <a:lnTo>
                  <a:pt x="4218" y="0"/>
                </a:lnTo>
                <a:cubicBezTo>
                  <a:pt x="4477" y="0"/>
                  <a:pt x="4691" y="214"/>
                  <a:pt x="4691" y="473"/>
                </a:cubicBezTo>
                <a:lnTo>
                  <a:pt x="4691" y="473"/>
                </a:lnTo>
                <a:cubicBezTo>
                  <a:pt x="4691" y="735"/>
                  <a:pt x="4477" y="946"/>
                  <a:pt x="4218" y="946"/>
                </a:cubicBezTo>
                <a:lnTo>
                  <a:pt x="473" y="946"/>
                </a:lnTo>
                <a:cubicBezTo>
                  <a:pt x="212" y="946"/>
                  <a:pt x="1" y="735"/>
                  <a:pt x="1" y="473"/>
                </a:cubicBezTo>
                <a:lnTo>
                  <a:pt x="1" y="473"/>
                </a:lnTo>
                <a:cubicBezTo>
                  <a:pt x="1" y="214"/>
                  <a:pt x="212" y="0"/>
                  <a:pt x="473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7"/>
          <p:cNvSpPr/>
          <p:nvPr/>
        </p:nvSpPr>
        <p:spPr>
          <a:xfrm>
            <a:off x="1530695" y="4435273"/>
            <a:ext cx="296180" cy="119511"/>
          </a:xfrm>
          <a:custGeom>
            <a:rect b="b" l="l" r="r" t="t"/>
            <a:pathLst>
              <a:path extrusionOk="0" h="947" w="2347">
                <a:moveTo>
                  <a:pt x="475" y="0"/>
                </a:moveTo>
                <a:lnTo>
                  <a:pt x="1873" y="0"/>
                </a:lnTo>
                <a:cubicBezTo>
                  <a:pt x="2133" y="0"/>
                  <a:pt x="2346" y="214"/>
                  <a:pt x="2346" y="473"/>
                </a:cubicBezTo>
                <a:lnTo>
                  <a:pt x="2346" y="473"/>
                </a:lnTo>
                <a:cubicBezTo>
                  <a:pt x="2346" y="735"/>
                  <a:pt x="2133" y="946"/>
                  <a:pt x="1873" y="946"/>
                </a:cubicBezTo>
                <a:lnTo>
                  <a:pt x="475" y="946"/>
                </a:lnTo>
                <a:cubicBezTo>
                  <a:pt x="216" y="946"/>
                  <a:pt x="2" y="735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1891870" y="4386686"/>
            <a:ext cx="88841" cy="216812"/>
          </a:xfrm>
          <a:custGeom>
            <a:rect b="b" l="l" r="r" t="t"/>
            <a:pathLst>
              <a:path extrusionOk="0" h="1718" w="704">
                <a:moveTo>
                  <a:pt x="1" y="1"/>
                </a:moveTo>
                <a:lnTo>
                  <a:pt x="704" y="1"/>
                </a:lnTo>
                <a:lnTo>
                  <a:pt x="704" y="1718"/>
                </a:lnTo>
                <a:lnTo>
                  <a:pt x="1" y="1718"/>
                </a:lnTo>
                <a:lnTo>
                  <a:pt x="1" y="1438"/>
                </a:lnTo>
                <a:lnTo>
                  <a:pt x="426" y="1438"/>
                </a:lnTo>
                <a:lnTo>
                  <a:pt x="426" y="281"/>
                </a:lnTo>
                <a:lnTo>
                  <a:pt x="1" y="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3545106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4683586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2406625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7"/>
          <p:cNvSpPr/>
          <p:nvPr/>
        </p:nvSpPr>
        <p:spPr>
          <a:xfrm>
            <a:off x="5822061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9"/>
          <p:cNvGrpSpPr/>
          <p:nvPr/>
        </p:nvGrpSpPr>
        <p:grpSpPr>
          <a:xfrm>
            <a:off x="1160658" y="717681"/>
            <a:ext cx="6822668" cy="360474"/>
            <a:chOff x="552450" y="401675"/>
            <a:chExt cx="8079900" cy="426900"/>
          </a:xfrm>
        </p:grpSpPr>
        <p:sp>
          <p:nvSpPr>
            <p:cNvPr id="326" name="Google Shape;326;p3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9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9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9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39"/>
          <p:cNvSpPr/>
          <p:nvPr/>
        </p:nvSpPr>
        <p:spPr>
          <a:xfrm>
            <a:off x="1160653" y="1133608"/>
            <a:ext cx="6822600" cy="32922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9"/>
          <p:cNvSpPr txBox="1"/>
          <p:nvPr>
            <p:ph type="title"/>
          </p:nvPr>
        </p:nvSpPr>
        <p:spPr>
          <a:xfrm rot="-732">
            <a:off x="2457400" y="3203847"/>
            <a:ext cx="4229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39"/>
          <p:cNvSpPr txBox="1"/>
          <p:nvPr>
            <p:ph idx="1" type="subTitle"/>
          </p:nvPr>
        </p:nvSpPr>
        <p:spPr>
          <a:xfrm>
            <a:off x="2457400" y="1533250"/>
            <a:ext cx="42291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4"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4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36" name="Google Shape;336;p4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40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40"/>
          <p:cNvSpPr/>
          <p:nvPr/>
        </p:nvSpPr>
        <p:spPr>
          <a:xfrm>
            <a:off x="6588757" y="1127899"/>
            <a:ext cx="268332" cy="246951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6935134" y="1149922"/>
            <a:ext cx="642713" cy="202478"/>
          </a:xfrm>
          <a:custGeom>
            <a:rect b="b" l="l" r="r" t="t"/>
            <a:pathLst>
              <a:path extrusionOk="0" h="947" w="3006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7751259" y="1149922"/>
            <a:ext cx="440235" cy="202478"/>
          </a:xfrm>
          <a:custGeom>
            <a:rect b="b" l="l" r="r" t="t"/>
            <a:pathLst>
              <a:path extrusionOk="0" h="947" w="2059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40"/>
          <p:cNvGrpSpPr/>
          <p:nvPr/>
        </p:nvGrpSpPr>
        <p:grpSpPr>
          <a:xfrm rot="675683">
            <a:off x="311829" y="3969087"/>
            <a:ext cx="912771" cy="1009337"/>
            <a:chOff x="1191357" y="3451057"/>
            <a:chExt cx="597555" cy="660773"/>
          </a:xfrm>
        </p:grpSpPr>
        <p:sp>
          <p:nvSpPr>
            <p:cNvPr id="345" name="Google Shape;345;p40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">
    <p:bg>
      <p:bgPr>
        <a:solidFill>
          <a:schemeClr val="accent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41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53" name="Google Shape;353;p41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41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8" name="Google Shape;358;p41"/>
          <p:cNvGrpSpPr/>
          <p:nvPr/>
        </p:nvGrpSpPr>
        <p:grpSpPr>
          <a:xfrm rot="823452">
            <a:off x="8072400" y="847312"/>
            <a:ext cx="912772" cy="1009338"/>
            <a:chOff x="1191357" y="3451057"/>
            <a:chExt cx="597555" cy="660773"/>
          </a:xfrm>
        </p:grpSpPr>
        <p:sp>
          <p:nvSpPr>
            <p:cNvPr id="359" name="Google Shape;359;p41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MAIN_POINT_1_1_1">
    <p:bg>
      <p:bgPr>
        <a:solidFill>
          <a:schemeClr val="accent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4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67" name="Google Shape;367;p4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42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2" name="Google Shape;372;p42"/>
          <p:cNvSpPr txBox="1"/>
          <p:nvPr>
            <p:ph idx="1" type="body"/>
          </p:nvPr>
        </p:nvSpPr>
        <p:spPr>
          <a:xfrm>
            <a:off x="720000" y="1533525"/>
            <a:ext cx="7704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73" name="Google Shape;373;p42"/>
          <p:cNvSpPr/>
          <p:nvPr/>
        </p:nvSpPr>
        <p:spPr>
          <a:xfrm>
            <a:off x="593954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80106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707802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2">
    <p:bg>
      <p:bgPr>
        <a:solidFill>
          <a:schemeClr val="accent2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4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79" name="Google Shape;379;p4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3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3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3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43"/>
          <p:cNvSpPr txBox="1"/>
          <p:nvPr>
            <p:ph idx="1" type="subTitle"/>
          </p:nvPr>
        </p:nvSpPr>
        <p:spPr>
          <a:xfrm>
            <a:off x="1936263" y="3692325"/>
            <a:ext cx="24201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43"/>
          <p:cNvSpPr txBox="1"/>
          <p:nvPr>
            <p:ph idx="2" type="subTitle"/>
          </p:nvPr>
        </p:nvSpPr>
        <p:spPr>
          <a:xfrm>
            <a:off x="4784638" y="3692275"/>
            <a:ext cx="24231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43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43"/>
          <p:cNvSpPr txBox="1"/>
          <p:nvPr>
            <p:ph idx="3" type="title"/>
          </p:nvPr>
        </p:nvSpPr>
        <p:spPr>
          <a:xfrm>
            <a:off x="1941522" y="3274875"/>
            <a:ext cx="240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7" name="Google Shape;387;p43"/>
          <p:cNvSpPr txBox="1"/>
          <p:nvPr>
            <p:ph idx="4" type="title"/>
          </p:nvPr>
        </p:nvSpPr>
        <p:spPr>
          <a:xfrm>
            <a:off x="4789134" y="3274825"/>
            <a:ext cx="241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8" name="Google Shape;388;p43"/>
          <p:cNvSpPr/>
          <p:nvPr>
            <p:ph idx="5" type="pic"/>
          </p:nvPr>
        </p:nvSpPr>
        <p:spPr>
          <a:xfrm>
            <a:off x="2391313" y="1693650"/>
            <a:ext cx="1509900" cy="1452000"/>
          </a:xfrm>
          <a:prstGeom prst="roundRect">
            <a:avLst>
              <a:gd fmla="val 12275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43"/>
          <p:cNvSpPr/>
          <p:nvPr>
            <p:ph idx="6" type="pic"/>
          </p:nvPr>
        </p:nvSpPr>
        <p:spPr>
          <a:xfrm>
            <a:off x="5241238" y="1693639"/>
            <a:ext cx="1509900" cy="1452000"/>
          </a:xfrm>
          <a:prstGeom prst="roundRect">
            <a:avLst>
              <a:gd fmla="val 14418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43"/>
          <p:cNvSpPr/>
          <p:nvPr/>
        </p:nvSpPr>
        <p:spPr>
          <a:xfrm>
            <a:off x="7946263" y="1248225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7946263" y="2237190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3"/>
          <p:cNvSpPr/>
          <p:nvPr/>
        </p:nvSpPr>
        <p:spPr>
          <a:xfrm>
            <a:off x="7946263" y="3226156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4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96" name="Google Shape;396;p4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1" name="Google Shape;401;p44"/>
          <p:cNvSpPr txBox="1"/>
          <p:nvPr>
            <p:ph idx="2" type="title"/>
          </p:nvPr>
        </p:nvSpPr>
        <p:spPr>
          <a:xfrm>
            <a:off x="923025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44"/>
          <p:cNvSpPr txBox="1"/>
          <p:nvPr>
            <p:ph idx="1" type="subTitle"/>
          </p:nvPr>
        </p:nvSpPr>
        <p:spPr>
          <a:xfrm>
            <a:off x="922125" y="2571749"/>
            <a:ext cx="19587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3" type="title"/>
          </p:nvPr>
        </p:nvSpPr>
        <p:spPr>
          <a:xfrm>
            <a:off x="3526675" y="2121900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4" name="Google Shape;404;p44"/>
          <p:cNvSpPr txBox="1"/>
          <p:nvPr>
            <p:ph idx="4" type="subTitle"/>
          </p:nvPr>
        </p:nvSpPr>
        <p:spPr>
          <a:xfrm>
            <a:off x="3526675" y="2571899"/>
            <a:ext cx="19569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4"/>
          <p:cNvSpPr txBox="1"/>
          <p:nvPr>
            <p:ph idx="5" type="title"/>
          </p:nvPr>
        </p:nvSpPr>
        <p:spPr>
          <a:xfrm>
            <a:off x="6130350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6" name="Google Shape;406;p44"/>
          <p:cNvSpPr txBox="1"/>
          <p:nvPr>
            <p:ph idx="6" type="subTitle"/>
          </p:nvPr>
        </p:nvSpPr>
        <p:spPr>
          <a:xfrm>
            <a:off x="6130350" y="2571899"/>
            <a:ext cx="19569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44"/>
          <p:cNvSpPr/>
          <p:nvPr/>
        </p:nvSpPr>
        <p:spPr>
          <a:xfrm>
            <a:off x="6929708" y="969222"/>
            <a:ext cx="196098" cy="195643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4"/>
          <p:cNvSpPr/>
          <p:nvPr/>
        </p:nvSpPr>
        <p:spPr>
          <a:xfrm>
            <a:off x="7194649" y="969228"/>
            <a:ext cx="196097" cy="195643"/>
          </a:xfrm>
          <a:custGeom>
            <a:rect b="b" l="l" r="r" t="t"/>
            <a:pathLst>
              <a:path extrusionOk="0" h="947" w="949">
                <a:moveTo>
                  <a:pt x="473" y="1"/>
                </a:moveTo>
                <a:lnTo>
                  <a:pt x="948" y="947"/>
                </a:lnTo>
                <a:lnTo>
                  <a:pt x="0" y="94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7489841" y="969228"/>
            <a:ext cx="779478" cy="195655"/>
          </a:xfrm>
          <a:custGeom>
            <a:rect b="b" l="l" r="r" t="t"/>
            <a:pathLst>
              <a:path extrusionOk="0" h="945" w="3067">
                <a:moveTo>
                  <a:pt x="473" y="1"/>
                </a:moveTo>
                <a:lnTo>
                  <a:pt x="2593" y="1"/>
                </a:lnTo>
                <a:cubicBezTo>
                  <a:pt x="2855" y="1"/>
                  <a:pt x="3066" y="212"/>
                  <a:pt x="3066" y="474"/>
                </a:cubicBezTo>
                <a:lnTo>
                  <a:pt x="3066" y="474"/>
                </a:lnTo>
                <a:cubicBezTo>
                  <a:pt x="3066" y="733"/>
                  <a:pt x="2855" y="944"/>
                  <a:pt x="2593" y="944"/>
                </a:cubicBezTo>
                <a:lnTo>
                  <a:pt x="473" y="944"/>
                </a:lnTo>
                <a:cubicBezTo>
                  <a:pt x="214" y="944"/>
                  <a:pt x="0" y="733"/>
                  <a:pt x="0" y="474"/>
                </a:cubicBezTo>
                <a:lnTo>
                  <a:pt x="0" y="474"/>
                </a:lnTo>
                <a:cubicBezTo>
                  <a:pt x="0" y="212"/>
                  <a:pt x="214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1261496" y="4407852"/>
            <a:ext cx="196107" cy="195650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4"/>
          <p:cNvSpPr/>
          <p:nvPr/>
        </p:nvSpPr>
        <p:spPr>
          <a:xfrm>
            <a:off x="922126" y="4407852"/>
            <a:ext cx="196107" cy="195650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4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15" name="Google Shape;415;p4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45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45"/>
          <p:cNvSpPr txBox="1"/>
          <p:nvPr>
            <p:ph idx="2" type="title"/>
          </p:nvPr>
        </p:nvSpPr>
        <p:spPr>
          <a:xfrm>
            <a:off x="903750" y="1749300"/>
            <a:ext cx="193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1" name="Google Shape;421;p45"/>
          <p:cNvSpPr txBox="1"/>
          <p:nvPr>
            <p:ph idx="1" type="subTitle"/>
          </p:nvPr>
        </p:nvSpPr>
        <p:spPr>
          <a:xfrm>
            <a:off x="925988" y="2277000"/>
            <a:ext cx="1938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3" type="title"/>
          </p:nvPr>
        </p:nvSpPr>
        <p:spPr>
          <a:xfrm>
            <a:off x="3602719" y="174930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3" name="Google Shape;423;p45"/>
          <p:cNvSpPr txBox="1"/>
          <p:nvPr>
            <p:ph idx="4" type="subTitle"/>
          </p:nvPr>
        </p:nvSpPr>
        <p:spPr>
          <a:xfrm>
            <a:off x="3613313" y="2277000"/>
            <a:ext cx="1938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title"/>
          </p:nvPr>
        </p:nvSpPr>
        <p:spPr>
          <a:xfrm>
            <a:off x="903450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926063" y="3769350"/>
            <a:ext cx="1938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5"/>
          <p:cNvSpPr txBox="1"/>
          <p:nvPr>
            <p:ph idx="7" type="title"/>
          </p:nvPr>
        </p:nvSpPr>
        <p:spPr>
          <a:xfrm>
            <a:off x="3602719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7" name="Google Shape;427;p45"/>
          <p:cNvSpPr txBox="1"/>
          <p:nvPr>
            <p:ph idx="8" type="subTitle"/>
          </p:nvPr>
        </p:nvSpPr>
        <p:spPr>
          <a:xfrm>
            <a:off x="3613238" y="3769350"/>
            <a:ext cx="1938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45"/>
          <p:cNvSpPr txBox="1"/>
          <p:nvPr>
            <p:ph idx="9" type="title"/>
          </p:nvPr>
        </p:nvSpPr>
        <p:spPr>
          <a:xfrm>
            <a:off x="6233770" y="174930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9" name="Google Shape;429;p45"/>
          <p:cNvSpPr txBox="1"/>
          <p:nvPr>
            <p:ph idx="13" type="subTitle"/>
          </p:nvPr>
        </p:nvSpPr>
        <p:spPr>
          <a:xfrm>
            <a:off x="6255863" y="2289600"/>
            <a:ext cx="1938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5"/>
          <p:cNvSpPr txBox="1"/>
          <p:nvPr>
            <p:ph idx="14" type="title"/>
          </p:nvPr>
        </p:nvSpPr>
        <p:spPr>
          <a:xfrm>
            <a:off x="6233770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1" name="Google Shape;431;p45"/>
          <p:cNvSpPr txBox="1"/>
          <p:nvPr>
            <p:ph idx="15" type="subTitle"/>
          </p:nvPr>
        </p:nvSpPr>
        <p:spPr>
          <a:xfrm>
            <a:off x="6255788" y="3769350"/>
            <a:ext cx="1938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2" name="Google Shape;432;p45"/>
          <p:cNvGrpSpPr/>
          <p:nvPr/>
        </p:nvGrpSpPr>
        <p:grpSpPr>
          <a:xfrm rot="-772050">
            <a:off x="7298022" y="153508"/>
            <a:ext cx="1302599" cy="1303396"/>
            <a:chOff x="7530588" y="382981"/>
            <a:chExt cx="1302582" cy="1303380"/>
          </a:xfrm>
        </p:grpSpPr>
        <p:sp>
          <p:nvSpPr>
            <p:cNvPr id="433" name="Google Shape;433;p45"/>
            <p:cNvSpPr/>
            <p:nvPr/>
          </p:nvSpPr>
          <p:spPr>
            <a:xfrm rot="892134">
              <a:off x="7763764" y="583692"/>
              <a:ext cx="956322" cy="95632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5"/>
            <p:cNvSpPr/>
            <p:nvPr/>
          </p:nvSpPr>
          <p:spPr>
            <a:xfrm rot="-8220844">
              <a:off x="7721062" y="574253"/>
              <a:ext cx="921634" cy="921634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5"/>
            <p:cNvSpPr/>
            <p:nvPr/>
          </p:nvSpPr>
          <p:spPr>
            <a:xfrm rot="-8220844">
              <a:off x="7893618" y="949438"/>
              <a:ext cx="503697" cy="516222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5"/>
            <p:cNvSpPr/>
            <p:nvPr/>
          </p:nvSpPr>
          <p:spPr>
            <a:xfrm rot="-8220844">
              <a:off x="7782384" y="568843"/>
              <a:ext cx="847895" cy="76872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p45"/>
          <p:cNvSpPr/>
          <p:nvPr/>
        </p:nvSpPr>
        <p:spPr>
          <a:xfrm rot="8577204">
            <a:off x="8349726" y="1205862"/>
            <a:ext cx="316288" cy="316369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5"/>
          <p:cNvSpPr/>
          <p:nvPr/>
        </p:nvSpPr>
        <p:spPr>
          <a:xfrm rot="8577085">
            <a:off x="6895024" y="381730"/>
            <a:ext cx="489346" cy="489480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4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42" name="Google Shape;442;p4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46"/>
          <p:cNvSpPr txBox="1"/>
          <p:nvPr>
            <p:ph type="title"/>
          </p:nvPr>
        </p:nvSpPr>
        <p:spPr>
          <a:xfrm rot="-535">
            <a:off x="1861862" y="1725456"/>
            <a:ext cx="19284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47" name="Google Shape;447;p46"/>
          <p:cNvSpPr txBox="1"/>
          <p:nvPr>
            <p:ph idx="1" type="subTitle"/>
          </p:nvPr>
        </p:nvSpPr>
        <p:spPr>
          <a:xfrm>
            <a:off x="1640850" y="3426600"/>
            <a:ext cx="24048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46"/>
          <p:cNvSpPr txBox="1"/>
          <p:nvPr>
            <p:ph idx="2" type="title"/>
          </p:nvPr>
        </p:nvSpPr>
        <p:spPr>
          <a:xfrm>
            <a:off x="5352316" y="1732553"/>
            <a:ext cx="19293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49" name="Google Shape;449;p46"/>
          <p:cNvSpPr txBox="1"/>
          <p:nvPr>
            <p:ph idx="3" type="subTitle"/>
          </p:nvPr>
        </p:nvSpPr>
        <p:spPr>
          <a:xfrm>
            <a:off x="5114563" y="3426300"/>
            <a:ext cx="24048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0" name="Google Shape;450;p46"/>
          <p:cNvGrpSpPr/>
          <p:nvPr/>
        </p:nvGrpSpPr>
        <p:grpSpPr>
          <a:xfrm>
            <a:off x="7769832" y="3176181"/>
            <a:ext cx="1308352" cy="1308607"/>
            <a:chOff x="7764407" y="575481"/>
            <a:chExt cx="1308352" cy="1308607"/>
          </a:xfrm>
        </p:grpSpPr>
        <p:sp>
          <p:nvSpPr>
            <p:cNvPr id="451" name="Google Shape;451;p4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2" name="Google Shape;452;p4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53" name="Google Shape;453;p4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4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7" name="Google Shape;457;p46"/>
          <p:cNvGrpSpPr/>
          <p:nvPr/>
        </p:nvGrpSpPr>
        <p:grpSpPr>
          <a:xfrm rot="1591012">
            <a:off x="255361" y="3719967"/>
            <a:ext cx="765445" cy="765594"/>
            <a:chOff x="7764407" y="575481"/>
            <a:chExt cx="1308352" cy="1308607"/>
          </a:xfrm>
        </p:grpSpPr>
        <p:sp>
          <p:nvSpPr>
            <p:cNvPr id="458" name="Google Shape;458;p4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9" name="Google Shape;459;p4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60" name="Google Shape;460;p4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4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4" name="Google Shape;464;p46"/>
          <p:cNvSpPr/>
          <p:nvPr/>
        </p:nvSpPr>
        <p:spPr>
          <a:xfrm>
            <a:off x="993081" y="4281718"/>
            <a:ext cx="349624" cy="321774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7896964" y="4416376"/>
            <a:ext cx="426868" cy="426901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4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69" name="Google Shape;469;p4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47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7"/>
          </a:xfrm>
        </p:grpSpPr>
        <p:sp>
          <p:nvSpPr>
            <p:cNvPr id="474" name="Google Shape;474;p47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5" name="Google Shape;475;p47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76" name="Google Shape;476;p4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4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4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0" name="Google Shape;480;p47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7"/>
          </a:xfrm>
        </p:grpSpPr>
        <p:sp>
          <p:nvSpPr>
            <p:cNvPr id="481" name="Google Shape;481;p47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p47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83" name="Google Shape;483;p4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4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4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4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2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4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90" name="Google Shape;490;p4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4" name="Google Shape;494;p48"/>
          <p:cNvSpPr/>
          <p:nvPr/>
        </p:nvSpPr>
        <p:spPr>
          <a:xfrm>
            <a:off x="7946263" y="1248225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8"/>
          <p:cNvSpPr/>
          <p:nvPr/>
        </p:nvSpPr>
        <p:spPr>
          <a:xfrm>
            <a:off x="7946263" y="2237190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7946263" y="3226156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8"/>
          <p:cNvSpPr/>
          <p:nvPr/>
        </p:nvSpPr>
        <p:spPr>
          <a:xfrm flipH="1" rot="10800000">
            <a:off x="114300" y="3735032"/>
            <a:ext cx="2476802" cy="1326193"/>
          </a:xfrm>
          <a:custGeom>
            <a:rect b="b" l="l" r="r" t="t"/>
            <a:pathLst>
              <a:path extrusionOk="0" h="27964" w="54058">
                <a:moveTo>
                  <a:pt x="2468" y="26211"/>
                </a:moveTo>
                <a:lnTo>
                  <a:pt x="5067" y="26211"/>
                </a:lnTo>
                <a:cubicBezTo>
                  <a:pt x="5756" y="26211"/>
                  <a:pt x="6392" y="26045"/>
                  <a:pt x="6937" y="25728"/>
                </a:cubicBezTo>
                <a:lnTo>
                  <a:pt x="6937" y="25726"/>
                </a:lnTo>
                <a:cubicBezTo>
                  <a:pt x="7484" y="25409"/>
                  <a:pt x="7948" y="24942"/>
                  <a:pt x="8290" y="24348"/>
                </a:cubicBezTo>
                <a:lnTo>
                  <a:pt x="11409" y="18950"/>
                </a:lnTo>
                <a:cubicBezTo>
                  <a:pt x="11841" y="18206"/>
                  <a:pt x="12429" y="17614"/>
                  <a:pt x="13126" y="17213"/>
                </a:cubicBezTo>
                <a:lnTo>
                  <a:pt x="13128" y="17213"/>
                </a:lnTo>
                <a:cubicBezTo>
                  <a:pt x="13827" y="16810"/>
                  <a:pt x="14631" y="16594"/>
                  <a:pt x="15493" y="16594"/>
                </a:cubicBezTo>
                <a:lnTo>
                  <a:pt x="22104" y="16594"/>
                </a:lnTo>
                <a:cubicBezTo>
                  <a:pt x="22793" y="16594"/>
                  <a:pt x="23429" y="16425"/>
                  <a:pt x="23973" y="16110"/>
                </a:cubicBezTo>
                <a:lnTo>
                  <a:pt x="23973" y="16106"/>
                </a:lnTo>
                <a:cubicBezTo>
                  <a:pt x="24520" y="15792"/>
                  <a:pt x="24985" y="15323"/>
                  <a:pt x="25327" y="14728"/>
                </a:cubicBezTo>
                <a:lnTo>
                  <a:pt x="29772" y="7034"/>
                </a:lnTo>
                <a:cubicBezTo>
                  <a:pt x="30204" y="6287"/>
                  <a:pt x="30792" y="5697"/>
                  <a:pt x="31489" y="5296"/>
                </a:cubicBezTo>
                <a:lnTo>
                  <a:pt x="31491" y="5296"/>
                </a:lnTo>
                <a:cubicBezTo>
                  <a:pt x="32191" y="4893"/>
                  <a:pt x="32995" y="4677"/>
                  <a:pt x="33856" y="4677"/>
                </a:cubicBezTo>
                <a:lnTo>
                  <a:pt x="48096" y="4677"/>
                </a:lnTo>
                <a:cubicBezTo>
                  <a:pt x="48785" y="4677"/>
                  <a:pt x="49421" y="4508"/>
                  <a:pt x="49966" y="4194"/>
                </a:cubicBezTo>
                <a:lnTo>
                  <a:pt x="49966" y="4190"/>
                </a:lnTo>
                <a:cubicBezTo>
                  <a:pt x="50513" y="3875"/>
                  <a:pt x="50977" y="3406"/>
                  <a:pt x="51319" y="2812"/>
                </a:cubicBezTo>
                <a:lnTo>
                  <a:pt x="51323" y="2812"/>
                </a:lnTo>
                <a:lnTo>
                  <a:pt x="51761" y="2049"/>
                </a:lnTo>
                <a:cubicBezTo>
                  <a:pt x="51596" y="1835"/>
                  <a:pt x="51502" y="1566"/>
                  <a:pt x="51502" y="1278"/>
                </a:cubicBezTo>
                <a:cubicBezTo>
                  <a:pt x="51502" y="571"/>
                  <a:pt x="52075" y="1"/>
                  <a:pt x="52779" y="1"/>
                </a:cubicBezTo>
                <a:cubicBezTo>
                  <a:pt x="53486" y="1"/>
                  <a:pt x="54058" y="575"/>
                  <a:pt x="54058" y="1278"/>
                </a:cubicBezTo>
                <a:cubicBezTo>
                  <a:pt x="54058" y="1983"/>
                  <a:pt x="53484" y="2555"/>
                  <a:pt x="52779" y="2555"/>
                </a:cubicBezTo>
                <a:cubicBezTo>
                  <a:pt x="52725" y="2555"/>
                  <a:pt x="52672" y="2553"/>
                  <a:pt x="52620" y="2545"/>
                </a:cubicBezTo>
                <a:lnTo>
                  <a:pt x="52180" y="3305"/>
                </a:lnTo>
                <a:lnTo>
                  <a:pt x="52180" y="3310"/>
                </a:lnTo>
                <a:cubicBezTo>
                  <a:pt x="51748" y="4054"/>
                  <a:pt x="51160" y="4646"/>
                  <a:pt x="50463" y="5047"/>
                </a:cubicBezTo>
                <a:lnTo>
                  <a:pt x="50461" y="5047"/>
                </a:lnTo>
                <a:cubicBezTo>
                  <a:pt x="49762" y="5450"/>
                  <a:pt x="48956" y="5666"/>
                  <a:pt x="48096" y="5666"/>
                </a:cubicBezTo>
                <a:lnTo>
                  <a:pt x="33856" y="5666"/>
                </a:lnTo>
                <a:cubicBezTo>
                  <a:pt x="33167" y="5666"/>
                  <a:pt x="32532" y="5833"/>
                  <a:pt x="31987" y="6149"/>
                </a:cubicBezTo>
                <a:lnTo>
                  <a:pt x="31987" y="6151"/>
                </a:lnTo>
                <a:cubicBezTo>
                  <a:pt x="31440" y="6468"/>
                  <a:pt x="30975" y="6935"/>
                  <a:pt x="30632" y="7529"/>
                </a:cubicBezTo>
                <a:lnTo>
                  <a:pt x="26184" y="15234"/>
                </a:lnTo>
                <a:cubicBezTo>
                  <a:pt x="25752" y="15979"/>
                  <a:pt x="25162" y="16571"/>
                  <a:pt x="24467" y="16972"/>
                </a:cubicBezTo>
                <a:lnTo>
                  <a:pt x="24463" y="16972"/>
                </a:lnTo>
                <a:cubicBezTo>
                  <a:pt x="23764" y="17375"/>
                  <a:pt x="22960" y="17591"/>
                  <a:pt x="22098" y="17591"/>
                </a:cubicBezTo>
                <a:lnTo>
                  <a:pt x="15491" y="17591"/>
                </a:lnTo>
                <a:cubicBezTo>
                  <a:pt x="14802" y="17591"/>
                  <a:pt x="14167" y="17757"/>
                  <a:pt x="13622" y="18074"/>
                </a:cubicBezTo>
                <a:lnTo>
                  <a:pt x="13622" y="18076"/>
                </a:lnTo>
                <a:cubicBezTo>
                  <a:pt x="13075" y="18393"/>
                  <a:pt x="12608" y="18860"/>
                  <a:pt x="12267" y="19454"/>
                </a:cubicBezTo>
                <a:lnTo>
                  <a:pt x="9149" y="24852"/>
                </a:lnTo>
                <a:cubicBezTo>
                  <a:pt x="8717" y="25598"/>
                  <a:pt x="8129" y="26189"/>
                  <a:pt x="7432" y="26590"/>
                </a:cubicBezTo>
                <a:lnTo>
                  <a:pt x="7428" y="26590"/>
                </a:lnTo>
                <a:cubicBezTo>
                  <a:pt x="6731" y="26993"/>
                  <a:pt x="5925" y="27208"/>
                  <a:pt x="5063" y="27208"/>
                </a:cubicBezTo>
                <a:lnTo>
                  <a:pt x="2446" y="27208"/>
                </a:lnTo>
                <a:cubicBezTo>
                  <a:pt x="2244" y="27655"/>
                  <a:pt x="1798" y="27963"/>
                  <a:pt x="1278" y="27963"/>
                </a:cubicBezTo>
                <a:cubicBezTo>
                  <a:pt x="572" y="27963"/>
                  <a:pt x="1" y="27389"/>
                  <a:pt x="1" y="26684"/>
                </a:cubicBezTo>
                <a:cubicBezTo>
                  <a:pt x="1" y="25981"/>
                  <a:pt x="574" y="25407"/>
                  <a:pt x="1278" y="25407"/>
                </a:cubicBezTo>
                <a:cubicBezTo>
                  <a:pt x="1818" y="25405"/>
                  <a:pt x="2281" y="25738"/>
                  <a:pt x="2468" y="262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8"/>
          <p:cNvSpPr/>
          <p:nvPr/>
        </p:nvSpPr>
        <p:spPr>
          <a:xfrm>
            <a:off x="816373" y="3806482"/>
            <a:ext cx="217527" cy="217109"/>
          </a:xfrm>
          <a:custGeom>
            <a:rect b="b" l="l" r="r" t="t"/>
            <a:pathLst>
              <a:path extrusionOk="0" h="947" w="949">
                <a:moveTo>
                  <a:pt x="473" y="0"/>
                </a:moveTo>
                <a:lnTo>
                  <a:pt x="948" y="946"/>
                </a:lnTo>
                <a:lnTo>
                  <a:pt x="0" y="9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8"/>
          <p:cNvSpPr/>
          <p:nvPr/>
        </p:nvSpPr>
        <p:spPr>
          <a:xfrm rot="5400000">
            <a:off x="937346" y="4366700"/>
            <a:ext cx="236782" cy="236826"/>
          </a:xfrm>
          <a:custGeom>
            <a:rect b="b" l="l" r="r" t="t"/>
            <a:pathLst>
              <a:path extrusionOk="0" h="1033" w="1033">
                <a:moveTo>
                  <a:pt x="1033" y="198"/>
                </a:moveTo>
                <a:lnTo>
                  <a:pt x="714" y="516"/>
                </a:lnTo>
                <a:lnTo>
                  <a:pt x="1033" y="835"/>
                </a:lnTo>
                <a:lnTo>
                  <a:pt x="837" y="1033"/>
                </a:lnTo>
                <a:lnTo>
                  <a:pt x="517" y="714"/>
                </a:lnTo>
                <a:lnTo>
                  <a:pt x="198" y="1033"/>
                </a:lnTo>
                <a:lnTo>
                  <a:pt x="1" y="835"/>
                </a:lnTo>
                <a:lnTo>
                  <a:pt x="319" y="516"/>
                </a:lnTo>
                <a:lnTo>
                  <a:pt x="1" y="198"/>
                </a:lnTo>
                <a:lnTo>
                  <a:pt x="198" y="0"/>
                </a:lnTo>
                <a:lnTo>
                  <a:pt x="517" y="319"/>
                </a:lnTo>
                <a:lnTo>
                  <a:pt x="8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i="0" sz="28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720000" y="1619250"/>
            <a:ext cx="7704000" cy="29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prnt.sc/QHE3YEAg1nS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prnt.sc/ackekKjpPEPw" TargetMode="External"/><Relationship Id="rId5" Type="http://schemas.openxmlformats.org/officeDocument/2006/relationships/hyperlink" Target="https://prnt.sc/VKeeS1ed1bS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1"/>
          <p:cNvGrpSpPr/>
          <p:nvPr/>
        </p:nvGrpSpPr>
        <p:grpSpPr>
          <a:xfrm>
            <a:off x="6355880" y="1044847"/>
            <a:ext cx="1905829" cy="1550748"/>
            <a:chOff x="6707002" y="1482876"/>
            <a:chExt cx="1471342" cy="1197211"/>
          </a:xfrm>
        </p:grpSpPr>
        <p:sp>
          <p:nvSpPr>
            <p:cNvPr id="505" name="Google Shape;505;p1"/>
            <p:cNvSpPr/>
            <p:nvPr/>
          </p:nvSpPr>
          <p:spPr>
            <a:xfrm>
              <a:off x="7203122" y="1931938"/>
              <a:ext cx="366304" cy="366752"/>
            </a:xfrm>
            <a:custGeom>
              <a:rect b="b" l="l" r="r" t="t"/>
              <a:pathLst>
                <a:path extrusionOk="0" h="2455" w="2452">
                  <a:moveTo>
                    <a:pt x="1226" y="2454"/>
                  </a:moveTo>
                  <a:cubicBezTo>
                    <a:pt x="1902" y="2454"/>
                    <a:pt x="2451" y="1903"/>
                    <a:pt x="2451" y="1226"/>
                  </a:cubicBezTo>
                  <a:cubicBezTo>
                    <a:pt x="2451" y="552"/>
                    <a:pt x="1902" y="1"/>
                    <a:pt x="1226" y="1"/>
                  </a:cubicBezTo>
                  <a:cubicBezTo>
                    <a:pt x="549" y="1"/>
                    <a:pt x="0" y="552"/>
                    <a:pt x="0" y="1226"/>
                  </a:cubicBezTo>
                  <a:cubicBezTo>
                    <a:pt x="0" y="1903"/>
                    <a:pt x="553" y="2454"/>
                    <a:pt x="1226" y="2454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6707002" y="1482876"/>
              <a:ext cx="1471342" cy="1197211"/>
            </a:xfrm>
            <a:custGeom>
              <a:rect b="b" l="l" r="r" t="t"/>
              <a:pathLst>
                <a:path extrusionOk="0" h="8014" w="9849">
                  <a:moveTo>
                    <a:pt x="2143" y="0"/>
                  </a:moveTo>
                  <a:cubicBezTo>
                    <a:pt x="2606" y="0"/>
                    <a:pt x="2982" y="375"/>
                    <a:pt x="2982" y="837"/>
                  </a:cubicBezTo>
                  <a:cubicBezTo>
                    <a:pt x="2982" y="946"/>
                    <a:pt x="2961" y="1045"/>
                    <a:pt x="2924" y="1142"/>
                  </a:cubicBezTo>
                  <a:lnTo>
                    <a:pt x="8300" y="3856"/>
                  </a:lnTo>
                  <a:cubicBezTo>
                    <a:pt x="8450" y="3622"/>
                    <a:pt x="8711" y="3463"/>
                    <a:pt x="9009" y="3463"/>
                  </a:cubicBezTo>
                  <a:cubicBezTo>
                    <a:pt x="9472" y="3463"/>
                    <a:pt x="9848" y="3840"/>
                    <a:pt x="9848" y="4302"/>
                  </a:cubicBezTo>
                  <a:cubicBezTo>
                    <a:pt x="9848" y="4765"/>
                    <a:pt x="9472" y="5139"/>
                    <a:pt x="9009" y="5139"/>
                  </a:cubicBezTo>
                  <a:cubicBezTo>
                    <a:pt x="8709" y="5139"/>
                    <a:pt x="8444" y="4981"/>
                    <a:pt x="8298" y="4744"/>
                  </a:cubicBezTo>
                  <a:lnTo>
                    <a:pt x="2756" y="7483"/>
                  </a:lnTo>
                  <a:cubicBezTo>
                    <a:pt x="2766" y="7520"/>
                    <a:pt x="2770" y="7555"/>
                    <a:pt x="2770" y="7594"/>
                  </a:cubicBezTo>
                  <a:cubicBezTo>
                    <a:pt x="2770" y="7827"/>
                    <a:pt x="2583" y="8014"/>
                    <a:pt x="2353" y="8014"/>
                  </a:cubicBezTo>
                  <a:cubicBezTo>
                    <a:pt x="2120" y="8014"/>
                    <a:pt x="1933" y="7827"/>
                    <a:pt x="1933" y="7594"/>
                  </a:cubicBezTo>
                  <a:cubicBezTo>
                    <a:pt x="1933" y="7395"/>
                    <a:pt x="2071" y="7231"/>
                    <a:pt x="2260" y="7185"/>
                  </a:cubicBezTo>
                  <a:lnTo>
                    <a:pt x="2089" y="1670"/>
                  </a:lnTo>
                  <a:cubicBezTo>
                    <a:pt x="1654" y="1641"/>
                    <a:pt x="1306" y="1277"/>
                    <a:pt x="1306" y="835"/>
                  </a:cubicBezTo>
                  <a:cubicBezTo>
                    <a:pt x="1306" y="375"/>
                    <a:pt x="1680" y="0"/>
                    <a:pt x="2143" y="0"/>
                  </a:cubicBezTo>
                  <a:close/>
                  <a:moveTo>
                    <a:pt x="416" y="4551"/>
                  </a:moveTo>
                  <a:cubicBezTo>
                    <a:pt x="646" y="4551"/>
                    <a:pt x="833" y="4736"/>
                    <a:pt x="833" y="4969"/>
                  </a:cubicBezTo>
                  <a:cubicBezTo>
                    <a:pt x="833" y="5199"/>
                    <a:pt x="648" y="5384"/>
                    <a:pt x="416" y="5384"/>
                  </a:cubicBezTo>
                  <a:cubicBezTo>
                    <a:pt x="187" y="5384"/>
                    <a:pt x="0" y="5199"/>
                    <a:pt x="0" y="4969"/>
                  </a:cubicBezTo>
                  <a:cubicBezTo>
                    <a:pt x="2" y="4736"/>
                    <a:pt x="187" y="4551"/>
                    <a:pt x="416" y="4551"/>
                  </a:cubicBezTo>
                  <a:close/>
                  <a:moveTo>
                    <a:pt x="6856" y="952"/>
                  </a:moveTo>
                  <a:cubicBezTo>
                    <a:pt x="6716" y="952"/>
                    <a:pt x="6603" y="1066"/>
                    <a:pt x="6603" y="1205"/>
                  </a:cubicBezTo>
                  <a:cubicBezTo>
                    <a:pt x="6603" y="1343"/>
                    <a:pt x="6716" y="1456"/>
                    <a:pt x="6856" y="1456"/>
                  </a:cubicBezTo>
                  <a:cubicBezTo>
                    <a:pt x="6994" y="1456"/>
                    <a:pt x="7107" y="1343"/>
                    <a:pt x="7107" y="1205"/>
                  </a:cubicBezTo>
                  <a:cubicBezTo>
                    <a:pt x="7105" y="1066"/>
                    <a:pt x="6994" y="952"/>
                    <a:pt x="6856" y="952"/>
                  </a:cubicBezTo>
                  <a:close/>
                  <a:moveTo>
                    <a:pt x="8226" y="4600"/>
                  </a:moveTo>
                  <a:cubicBezTo>
                    <a:pt x="8189" y="4508"/>
                    <a:pt x="8170" y="4407"/>
                    <a:pt x="8170" y="4302"/>
                  </a:cubicBezTo>
                  <a:cubicBezTo>
                    <a:pt x="8170" y="4195"/>
                    <a:pt x="8191" y="4093"/>
                    <a:pt x="8228" y="4000"/>
                  </a:cubicBezTo>
                  <a:lnTo>
                    <a:pt x="2852" y="1286"/>
                  </a:lnTo>
                  <a:cubicBezTo>
                    <a:pt x="2721" y="1491"/>
                    <a:pt x="2503" y="1637"/>
                    <a:pt x="2252" y="1668"/>
                  </a:cubicBezTo>
                  <a:lnTo>
                    <a:pt x="2421" y="7183"/>
                  </a:lnTo>
                  <a:cubicBezTo>
                    <a:pt x="2530" y="7202"/>
                    <a:pt x="2622" y="7261"/>
                    <a:pt x="2686" y="73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1"/>
          <p:cNvSpPr/>
          <p:nvPr/>
        </p:nvSpPr>
        <p:spPr>
          <a:xfrm>
            <a:off x="8016245" y="2570874"/>
            <a:ext cx="278164" cy="278164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"/>
          <p:cNvSpPr/>
          <p:nvPr/>
        </p:nvSpPr>
        <p:spPr>
          <a:xfrm>
            <a:off x="6934521" y="2886981"/>
            <a:ext cx="1270413" cy="1124608"/>
          </a:xfrm>
          <a:custGeom>
            <a:rect b="b" l="l" r="r" t="t"/>
            <a:pathLst>
              <a:path extrusionOk="0" h="7528" w="8504">
                <a:moveTo>
                  <a:pt x="441" y="3303"/>
                </a:moveTo>
                <a:cubicBezTo>
                  <a:pt x="996" y="1229"/>
                  <a:pt x="3129" y="1"/>
                  <a:pt x="5201" y="556"/>
                </a:cubicBezTo>
                <a:cubicBezTo>
                  <a:pt x="7276" y="1111"/>
                  <a:pt x="8504" y="3244"/>
                  <a:pt x="7949" y="5317"/>
                </a:cubicBezTo>
                <a:cubicBezTo>
                  <a:pt x="7696" y="6256"/>
                  <a:pt x="7122" y="7023"/>
                  <a:pt x="6374" y="7527"/>
                </a:cubicBezTo>
                <a:lnTo>
                  <a:pt x="2014" y="7527"/>
                </a:lnTo>
                <a:cubicBezTo>
                  <a:pt x="682" y="6624"/>
                  <a:pt x="1" y="4946"/>
                  <a:pt x="441" y="33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"/>
          <p:cNvSpPr/>
          <p:nvPr/>
        </p:nvSpPr>
        <p:spPr>
          <a:xfrm>
            <a:off x="7198790" y="3220117"/>
            <a:ext cx="967151" cy="791468"/>
          </a:xfrm>
          <a:custGeom>
            <a:rect b="b" l="l" r="r" t="t"/>
            <a:pathLst>
              <a:path extrusionOk="0" h="5298" w="6474">
                <a:moveTo>
                  <a:pt x="5707" y="0"/>
                </a:moveTo>
                <a:cubicBezTo>
                  <a:pt x="6268" y="886"/>
                  <a:pt x="6474" y="1995"/>
                  <a:pt x="6180" y="3087"/>
                </a:cubicBezTo>
                <a:cubicBezTo>
                  <a:pt x="5927" y="4026"/>
                  <a:pt x="5353" y="4793"/>
                  <a:pt x="4605" y="5297"/>
                </a:cubicBezTo>
                <a:lnTo>
                  <a:pt x="245" y="5297"/>
                </a:lnTo>
                <a:cubicBezTo>
                  <a:pt x="159" y="5240"/>
                  <a:pt x="81" y="5182"/>
                  <a:pt x="0" y="5116"/>
                </a:cubicBezTo>
                <a:cubicBezTo>
                  <a:pt x="282" y="4991"/>
                  <a:pt x="515" y="4771"/>
                  <a:pt x="663" y="4485"/>
                </a:cubicBezTo>
                <a:cubicBezTo>
                  <a:pt x="1082" y="3675"/>
                  <a:pt x="3363" y="4195"/>
                  <a:pt x="3233" y="2984"/>
                </a:cubicBezTo>
                <a:cubicBezTo>
                  <a:pt x="3105" y="1773"/>
                  <a:pt x="3387" y="2009"/>
                  <a:pt x="4806" y="1203"/>
                </a:cubicBezTo>
                <a:cubicBezTo>
                  <a:pt x="5462" y="833"/>
                  <a:pt x="5672" y="376"/>
                  <a:pt x="5707" y="0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"/>
          <p:cNvSpPr/>
          <p:nvPr/>
        </p:nvSpPr>
        <p:spPr>
          <a:xfrm>
            <a:off x="7186540" y="2956446"/>
            <a:ext cx="912773" cy="1002258"/>
          </a:xfrm>
          <a:custGeom>
            <a:rect b="b" l="l" r="r" t="t"/>
            <a:pathLst>
              <a:path extrusionOk="0" h="6709" w="6110">
                <a:moveTo>
                  <a:pt x="2826" y="1656"/>
                </a:moveTo>
                <a:cubicBezTo>
                  <a:pt x="3019" y="1656"/>
                  <a:pt x="3175" y="1812"/>
                  <a:pt x="3175" y="2006"/>
                </a:cubicBezTo>
                <a:cubicBezTo>
                  <a:pt x="3175" y="2199"/>
                  <a:pt x="3019" y="2355"/>
                  <a:pt x="2826" y="2355"/>
                </a:cubicBezTo>
                <a:cubicBezTo>
                  <a:pt x="2632" y="2355"/>
                  <a:pt x="2476" y="2199"/>
                  <a:pt x="2476" y="2006"/>
                </a:cubicBezTo>
                <a:cubicBezTo>
                  <a:pt x="2476" y="1810"/>
                  <a:pt x="2632" y="1656"/>
                  <a:pt x="2826" y="1656"/>
                </a:cubicBezTo>
                <a:close/>
                <a:moveTo>
                  <a:pt x="1542" y="81"/>
                </a:moveTo>
                <a:cubicBezTo>
                  <a:pt x="1584" y="71"/>
                  <a:pt x="1625" y="60"/>
                  <a:pt x="1664" y="52"/>
                </a:cubicBezTo>
                <a:cubicBezTo>
                  <a:pt x="1703" y="147"/>
                  <a:pt x="1758" y="233"/>
                  <a:pt x="1828" y="305"/>
                </a:cubicBezTo>
                <a:cubicBezTo>
                  <a:pt x="1962" y="439"/>
                  <a:pt x="2149" y="521"/>
                  <a:pt x="2353" y="521"/>
                </a:cubicBezTo>
                <a:cubicBezTo>
                  <a:pt x="2558" y="521"/>
                  <a:pt x="2743" y="439"/>
                  <a:pt x="2877" y="305"/>
                </a:cubicBezTo>
                <a:cubicBezTo>
                  <a:pt x="2959" y="219"/>
                  <a:pt x="3023" y="116"/>
                  <a:pt x="3058" y="1"/>
                </a:cubicBezTo>
                <a:cubicBezTo>
                  <a:pt x="3099" y="7"/>
                  <a:pt x="3140" y="13"/>
                  <a:pt x="3181" y="21"/>
                </a:cubicBezTo>
                <a:cubicBezTo>
                  <a:pt x="3140" y="163"/>
                  <a:pt x="3064" y="291"/>
                  <a:pt x="2961" y="391"/>
                </a:cubicBezTo>
                <a:cubicBezTo>
                  <a:pt x="2805" y="548"/>
                  <a:pt x="2589" y="646"/>
                  <a:pt x="2349" y="646"/>
                </a:cubicBezTo>
                <a:cubicBezTo>
                  <a:pt x="2110" y="646"/>
                  <a:pt x="1894" y="548"/>
                  <a:pt x="1738" y="391"/>
                </a:cubicBezTo>
                <a:cubicBezTo>
                  <a:pt x="1656" y="305"/>
                  <a:pt x="1590" y="198"/>
                  <a:pt x="1542" y="81"/>
                </a:cubicBezTo>
                <a:close/>
                <a:moveTo>
                  <a:pt x="6110" y="5304"/>
                </a:moveTo>
                <a:cubicBezTo>
                  <a:pt x="6095" y="5343"/>
                  <a:pt x="6077" y="5384"/>
                  <a:pt x="6062" y="5421"/>
                </a:cubicBezTo>
                <a:cubicBezTo>
                  <a:pt x="5941" y="5333"/>
                  <a:pt x="5789" y="5277"/>
                  <a:pt x="5626" y="5277"/>
                </a:cubicBezTo>
                <a:cubicBezTo>
                  <a:pt x="5427" y="5277"/>
                  <a:pt x="5244" y="5360"/>
                  <a:pt x="5112" y="5491"/>
                </a:cubicBezTo>
                <a:cubicBezTo>
                  <a:pt x="4983" y="5623"/>
                  <a:pt x="4900" y="5806"/>
                  <a:pt x="4900" y="6005"/>
                </a:cubicBezTo>
                <a:cubicBezTo>
                  <a:pt x="4900" y="6207"/>
                  <a:pt x="4983" y="6388"/>
                  <a:pt x="5112" y="6519"/>
                </a:cubicBezTo>
                <a:cubicBezTo>
                  <a:pt x="5151" y="6558"/>
                  <a:pt x="5190" y="6589"/>
                  <a:pt x="5234" y="6618"/>
                </a:cubicBezTo>
                <a:cubicBezTo>
                  <a:pt x="5203" y="6645"/>
                  <a:pt x="5172" y="6676"/>
                  <a:pt x="5141" y="6704"/>
                </a:cubicBezTo>
                <a:cubicBezTo>
                  <a:pt x="5100" y="6676"/>
                  <a:pt x="5059" y="6643"/>
                  <a:pt x="5026" y="6608"/>
                </a:cubicBezTo>
                <a:cubicBezTo>
                  <a:pt x="4872" y="6454"/>
                  <a:pt x="4773" y="6240"/>
                  <a:pt x="4773" y="6003"/>
                </a:cubicBezTo>
                <a:cubicBezTo>
                  <a:pt x="4773" y="5767"/>
                  <a:pt x="4870" y="5553"/>
                  <a:pt x="5024" y="5399"/>
                </a:cubicBezTo>
                <a:cubicBezTo>
                  <a:pt x="5178" y="5244"/>
                  <a:pt x="5390" y="5150"/>
                  <a:pt x="5626" y="5150"/>
                </a:cubicBezTo>
                <a:cubicBezTo>
                  <a:pt x="5807" y="5152"/>
                  <a:pt x="5974" y="5209"/>
                  <a:pt x="6110" y="5304"/>
                </a:cubicBezTo>
                <a:close/>
                <a:moveTo>
                  <a:pt x="4664" y="2279"/>
                </a:moveTo>
                <a:cubicBezTo>
                  <a:pt x="4902" y="2279"/>
                  <a:pt x="5118" y="2376"/>
                  <a:pt x="5275" y="2532"/>
                </a:cubicBezTo>
                <a:cubicBezTo>
                  <a:pt x="5431" y="2690"/>
                  <a:pt x="5530" y="2906"/>
                  <a:pt x="5530" y="3145"/>
                </a:cubicBezTo>
                <a:cubicBezTo>
                  <a:pt x="5530" y="3383"/>
                  <a:pt x="5431" y="3599"/>
                  <a:pt x="5275" y="3756"/>
                </a:cubicBezTo>
                <a:cubicBezTo>
                  <a:pt x="5118" y="3914"/>
                  <a:pt x="4902" y="4011"/>
                  <a:pt x="4664" y="4011"/>
                </a:cubicBezTo>
                <a:cubicBezTo>
                  <a:pt x="4423" y="4011"/>
                  <a:pt x="4207" y="3914"/>
                  <a:pt x="4051" y="3756"/>
                </a:cubicBezTo>
                <a:cubicBezTo>
                  <a:pt x="3895" y="3599"/>
                  <a:pt x="3796" y="3383"/>
                  <a:pt x="3796" y="3145"/>
                </a:cubicBezTo>
                <a:cubicBezTo>
                  <a:pt x="3796" y="2906"/>
                  <a:pt x="3895" y="2690"/>
                  <a:pt x="4051" y="2532"/>
                </a:cubicBezTo>
                <a:cubicBezTo>
                  <a:pt x="4207" y="2376"/>
                  <a:pt x="4423" y="2279"/>
                  <a:pt x="4664" y="2279"/>
                </a:cubicBezTo>
                <a:close/>
                <a:moveTo>
                  <a:pt x="5188" y="2620"/>
                </a:moveTo>
                <a:cubicBezTo>
                  <a:pt x="5055" y="2487"/>
                  <a:pt x="4865" y="2405"/>
                  <a:pt x="4664" y="2405"/>
                </a:cubicBezTo>
                <a:cubicBezTo>
                  <a:pt x="4458" y="2405"/>
                  <a:pt x="4273" y="2487"/>
                  <a:pt x="4140" y="2620"/>
                </a:cubicBezTo>
                <a:cubicBezTo>
                  <a:pt x="4006" y="2754"/>
                  <a:pt x="3924" y="2939"/>
                  <a:pt x="3924" y="3145"/>
                </a:cubicBezTo>
                <a:cubicBezTo>
                  <a:pt x="3924" y="3350"/>
                  <a:pt x="4006" y="3536"/>
                  <a:pt x="4140" y="3669"/>
                </a:cubicBezTo>
                <a:cubicBezTo>
                  <a:pt x="4273" y="3803"/>
                  <a:pt x="4458" y="3885"/>
                  <a:pt x="4664" y="3885"/>
                </a:cubicBezTo>
                <a:cubicBezTo>
                  <a:pt x="4870" y="3885"/>
                  <a:pt x="5055" y="3803"/>
                  <a:pt x="5188" y="3669"/>
                </a:cubicBezTo>
                <a:cubicBezTo>
                  <a:pt x="5322" y="3536"/>
                  <a:pt x="5404" y="3348"/>
                  <a:pt x="5404" y="3145"/>
                </a:cubicBezTo>
                <a:cubicBezTo>
                  <a:pt x="5406" y="2941"/>
                  <a:pt x="5322" y="2756"/>
                  <a:pt x="5188" y="2620"/>
                </a:cubicBezTo>
                <a:close/>
                <a:moveTo>
                  <a:pt x="854" y="2291"/>
                </a:moveTo>
                <a:cubicBezTo>
                  <a:pt x="1090" y="2291"/>
                  <a:pt x="1304" y="2386"/>
                  <a:pt x="1458" y="2540"/>
                </a:cubicBezTo>
                <a:cubicBezTo>
                  <a:pt x="1612" y="2695"/>
                  <a:pt x="1709" y="2908"/>
                  <a:pt x="1709" y="3145"/>
                </a:cubicBezTo>
                <a:cubicBezTo>
                  <a:pt x="1709" y="3381"/>
                  <a:pt x="1614" y="3595"/>
                  <a:pt x="1460" y="3749"/>
                </a:cubicBezTo>
                <a:cubicBezTo>
                  <a:pt x="1306" y="3904"/>
                  <a:pt x="1092" y="3998"/>
                  <a:pt x="856" y="3998"/>
                </a:cubicBezTo>
                <a:cubicBezTo>
                  <a:pt x="619" y="3998"/>
                  <a:pt x="407" y="3904"/>
                  <a:pt x="253" y="3749"/>
                </a:cubicBezTo>
                <a:cubicBezTo>
                  <a:pt x="99" y="3595"/>
                  <a:pt x="0" y="3381"/>
                  <a:pt x="0" y="3145"/>
                </a:cubicBezTo>
                <a:cubicBezTo>
                  <a:pt x="0" y="2908"/>
                  <a:pt x="95" y="2695"/>
                  <a:pt x="249" y="2540"/>
                </a:cubicBezTo>
                <a:cubicBezTo>
                  <a:pt x="403" y="2388"/>
                  <a:pt x="619" y="2291"/>
                  <a:pt x="854" y="2291"/>
                </a:cubicBezTo>
                <a:close/>
                <a:moveTo>
                  <a:pt x="1370" y="2631"/>
                </a:moveTo>
                <a:cubicBezTo>
                  <a:pt x="1240" y="2499"/>
                  <a:pt x="1057" y="2417"/>
                  <a:pt x="856" y="2417"/>
                </a:cubicBezTo>
                <a:cubicBezTo>
                  <a:pt x="656" y="2417"/>
                  <a:pt x="473" y="2499"/>
                  <a:pt x="342" y="2631"/>
                </a:cubicBezTo>
                <a:cubicBezTo>
                  <a:pt x="212" y="2762"/>
                  <a:pt x="130" y="2943"/>
                  <a:pt x="130" y="3145"/>
                </a:cubicBezTo>
                <a:cubicBezTo>
                  <a:pt x="130" y="3344"/>
                  <a:pt x="212" y="3527"/>
                  <a:pt x="342" y="3659"/>
                </a:cubicBezTo>
                <a:cubicBezTo>
                  <a:pt x="473" y="3791"/>
                  <a:pt x="656" y="3873"/>
                  <a:pt x="860" y="3873"/>
                </a:cubicBezTo>
                <a:cubicBezTo>
                  <a:pt x="1059" y="3873"/>
                  <a:pt x="1242" y="3791"/>
                  <a:pt x="1374" y="3659"/>
                </a:cubicBezTo>
                <a:cubicBezTo>
                  <a:pt x="1503" y="3527"/>
                  <a:pt x="1586" y="3344"/>
                  <a:pt x="1586" y="3145"/>
                </a:cubicBezTo>
                <a:cubicBezTo>
                  <a:pt x="1581" y="2943"/>
                  <a:pt x="1501" y="2762"/>
                  <a:pt x="1370" y="2631"/>
                </a:cubicBezTo>
                <a:close/>
                <a:moveTo>
                  <a:pt x="1540" y="5456"/>
                </a:moveTo>
                <a:cubicBezTo>
                  <a:pt x="1715" y="5456"/>
                  <a:pt x="1871" y="5528"/>
                  <a:pt x="1985" y="5637"/>
                </a:cubicBezTo>
                <a:cubicBezTo>
                  <a:pt x="2098" y="5750"/>
                  <a:pt x="2168" y="5909"/>
                  <a:pt x="2168" y="6083"/>
                </a:cubicBezTo>
                <a:cubicBezTo>
                  <a:pt x="2168" y="6258"/>
                  <a:pt x="2096" y="6414"/>
                  <a:pt x="1985" y="6528"/>
                </a:cubicBezTo>
                <a:cubicBezTo>
                  <a:pt x="1871" y="6641"/>
                  <a:pt x="1715" y="6709"/>
                  <a:pt x="1540" y="6709"/>
                </a:cubicBezTo>
                <a:cubicBezTo>
                  <a:pt x="1368" y="6709"/>
                  <a:pt x="1209" y="6639"/>
                  <a:pt x="1094" y="6528"/>
                </a:cubicBezTo>
                <a:cubicBezTo>
                  <a:pt x="983" y="6414"/>
                  <a:pt x="911" y="6258"/>
                  <a:pt x="911" y="6083"/>
                </a:cubicBezTo>
                <a:cubicBezTo>
                  <a:pt x="911" y="5909"/>
                  <a:pt x="983" y="5750"/>
                  <a:pt x="1092" y="5637"/>
                </a:cubicBezTo>
                <a:cubicBezTo>
                  <a:pt x="1209" y="5524"/>
                  <a:pt x="1366" y="5456"/>
                  <a:pt x="1540" y="5456"/>
                </a:cubicBezTo>
                <a:close/>
                <a:moveTo>
                  <a:pt x="1894" y="5728"/>
                </a:moveTo>
                <a:cubicBezTo>
                  <a:pt x="1806" y="5637"/>
                  <a:pt x="1678" y="5582"/>
                  <a:pt x="1538" y="5582"/>
                </a:cubicBezTo>
                <a:cubicBezTo>
                  <a:pt x="1398" y="5582"/>
                  <a:pt x="1273" y="5637"/>
                  <a:pt x="1181" y="5728"/>
                </a:cubicBezTo>
                <a:cubicBezTo>
                  <a:pt x="1090" y="5818"/>
                  <a:pt x="1035" y="5944"/>
                  <a:pt x="1035" y="6085"/>
                </a:cubicBezTo>
                <a:cubicBezTo>
                  <a:pt x="1035" y="6227"/>
                  <a:pt x="1090" y="6351"/>
                  <a:pt x="1181" y="6443"/>
                </a:cubicBezTo>
                <a:cubicBezTo>
                  <a:pt x="1271" y="6532"/>
                  <a:pt x="1396" y="6589"/>
                  <a:pt x="1538" y="6589"/>
                </a:cubicBezTo>
                <a:cubicBezTo>
                  <a:pt x="1676" y="6589"/>
                  <a:pt x="1802" y="6532"/>
                  <a:pt x="1894" y="6443"/>
                </a:cubicBezTo>
                <a:cubicBezTo>
                  <a:pt x="1987" y="6353"/>
                  <a:pt x="2042" y="6227"/>
                  <a:pt x="2042" y="6085"/>
                </a:cubicBezTo>
                <a:cubicBezTo>
                  <a:pt x="2044" y="5946"/>
                  <a:pt x="1987" y="5820"/>
                  <a:pt x="1894" y="5728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"/>
          <p:cNvSpPr/>
          <p:nvPr/>
        </p:nvSpPr>
        <p:spPr>
          <a:xfrm>
            <a:off x="7322335" y="3348442"/>
            <a:ext cx="776977" cy="613097"/>
          </a:xfrm>
          <a:custGeom>
            <a:rect b="b" l="l" r="r" t="t"/>
            <a:pathLst>
              <a:path extrusionOk="0" h="4104" w="5201">
                <a:moveTo>
                  <a:pt x="5201" y="2680"/>
                </a:moveTo>
                <a:lnTo>
                  <a:pt x="5201" y="2680"/>
                </a:lnTo>
                <a:lnTo>
                  <a:pt x="5199" y="2682"/>
                </a:lnTo>
                <a:lnTo>
                  <a:pt x="5188" y="2705"/>
                </a:lnTo>
                <a:lnTo>
                  <a:pt x="5186" y="2709"/>
                </a:lnTo>
                <a:lnTo>
                  <a:pt x="5182" y="2711"/>
                </a:lnTo>
                <a:lnTo>
                  <a:pt x="5180" y="2713"/>
                </a:lnTo>
                <a:lnTo>
                  <a:pt x="5178" y="2715"/>
                </a:lnTo>
                <a:cubicBezTo>
                  <a:pt x="5170" y="2736"/>
                  <a:pt x="5159" y="2756"/>
                  <a:pt x="5151" y="2775"/>
                </a:cubicBezTo>
                <a:lnTo>
                  <a:pt x="5149" y="2777"/>
                </a:lnTo>
                <a:lnTo>
                  <a:pt x="5147" y="2779"/>
                </a:lnTo>
                <a:lnTo>
                  <a:pt x="5145" y="2783"/>
                </a:lnTo>
                <a:lnTo>
                  <a:pt x="5141" y="2785"/>
                </a:lnTo>
                <a:lnTo>
                  <a:pt x="5137" y="2795"/>
                </a:lnTo>
                <a:lnTo>
                  <a:pt x="5135" y="2797"/>
                </a:lnTo>
                <a:lnTo>
                  <a:pt x="5131" y="2799"/>
                </a:lnTo>
                <a:cubicBezTo>
                  <a:pt x="5011" y="2711"/>
                  <a:pt x="4859" y="2655"/>
                  <a:pt x="4697" y="2655"/>
                </a:cubicBezTo>
                <a:cubicBezTo>
                  <a:pt x="4497" y="2655"/>
                  <a:pt x="4314" y="2738"/>
                  <a:pt x="4183" y="2869"/>
                </a:cubicBezTo>
                <a:cubicBezTo>
                  <a:pt x="4051" y="3001"/>
                  <a:pt x="3969" y="3184"/>
                  <a:pt x="3969" y="3383"/>
                </a:cubicBezTo>
                <a:cubicBezTo>
                  <a:pt x="3969" y="3585"/>
                  <a:pt x="4051" y="3766"/>
                  <a:pt x="4183" y="3897"/>
                </a:cubicBezTo>
                <a:cubicBezTo>
                  <a:pt x="4222" y="3936"/>
                  <a:pt x="4261" y="3967"/>
                  <a:pt x="4304" y="3996"/>
                </a:cubicBezTo>
                <a:lnTo>
                  <a:pt x="4302" y="3998"/>
                </a:lnTo>
                <a:lnTo>
                  <a:pt x="4298" y="4000"/>
                </a:lnTo>
                <a:lnTo>
                  <a:pt x="4296" y="4002"/>
                </a:lnTo>
                <a:lnTo>
                  <a:pt x="4294" y="4006"/>
                </a:lnTo>
                <a:lnTo>
                  <a:pt x="4292" y="4008"/>
                </a:lnTo>
                <a:lnTo>
                  <a:pt x="4288" y="4010"/>
                </a:lnTo>
                <a:lnTo>
                  <a:pt x="4285" y="4013"/>
                </a:lnTo>
                <a:lnTo>
                  <a:pt x="4283" y="4017"/>
                </a:lnTo>
                <a:lnTo>
                  <a:pt x="4281" y="4019"/>
                </a:lnTo>
                <a:lnTo>
                  <a:pt x="4277" y="4021"/>
                </a:lnTo>
                <a:lnTo>
                  <a:pt x="4275" y="4023"/>
                </a:lnTo>
                <a:lnTo>
                  <a:pt x="4273" y="4027"/>
                </a:lnTo>
                <a:lnTo>
                  <a:pt x="4244" y="4054"/>
                </a:lnTo>
                <a:lnTo>
                  <a:pt x="4242" y="4058"/>
                </a:lnTo>
                <a:lnTo>
                  <a:pt x="4240" y="4060"/>
                </a:lnTo>
                <a:lnTo>
                  <a:pt x="4236" y="4062"/>
                </a:lnTo>
                <a:lnTo>
                  <a:pt x="4234" y="4064"/>
                </a:lnTo>
                <a:lnTo>
                  <a:pt x="4232" y="4068"/>
                </a:lnTo>
                <a:lnTo>
                  <a:pt x="4195" y="4101"/>
                </a:lnTo>
                <a:lnTo>
                  <a:pt x="4193" y="4103"/>
                </a:lnTo>
                <a:cubicBezTo>
                  <a:pt x="4152" y="4074"/>
                  <a:pt x="4111" y="4041"/>
                  <a:pt x="4078" y="4006"/>
                </a:cubicBezTo>
                <a:cubicBezTo>
                  <a:pt x="3924" y="3852"/>
                  <a:pt x="3825" y="3638"/>
                  <a:pt x="3825" y="3402"/>
                </a:cubicBezTo>
                <a:cubicBezTo>
                  <a:pt x="3825" y="3165"/>
                  <a:pt x="3922" y="2951"/>
                  <a:pt x="4076" y="2797"/>
                </a:cubicBezTo>
                <a:cubicBezTo>
                  <a:pt x="4230" y="2643"/>
                  <a:pt x="4442" y="2548"/>
                  <a:pt x="4678" y="2548"/>
                </a:cubicBezTo>
                <a:cubicBezTo>
                  <a:pt x="4898" y="2528"/>
                  <a:pt x="5065" y="2585"/>
                  <a:pt x="5201" y="2680"/>
                </a:cubicBezTo>
                <a:close/>
                <a:moveTo>
                  <a:pt x="2" y="3431"/>
                </a:moveTo>
                <a:cubicBezTo>
                  <a:pt x="43" y="3398"/>
                  <a:pt x="88" y="3367"/>
                  <a:pt x="140" y="3340"/>
                </a:cubicBezTo>
                <a:cubicBezTo>
                  <a:pt x="130" y="3379"/>
                  <a:pt x="123" y="3418"/>
                  <a:pt x="123" y="3459"/>
                </a:cubicBezTo>
                <a:cubicBezTo>
                  <a:pt x="123" y="3597"/>
                  <a:pt x="181" y="3723"/>
                  <a:pt x="272" y="3815"/>
                </a:cubicBezTo>
                <a:cubicBezTo>
                  <a:pt x="360" y="3908"/>
                  <a:pt x="487" y="3963"/>
                  <a:pt x="627" y="3963"/>
                </a:cubicBezTo>
                <a:cubicBezTo>
                  <a:pt x="767" y="3963"/>
                  <a:pt x="893" y="3906"/>
                  <a:pt x="985" y="3815"/>
                </a:cubicBezTo>
                <a:cubicBezTo>
                  <a:pt x="1076" y="3727"/>
                  <a:pt x="1131" y="3599"/>
                  <a:pt x="1131" y="3459"/>
                </a:cubicBezTo>
                <a:cubicBezTo>
                  <a:pt x="1131" y="3320"/>
                  <a:pt x="1076" y="3194"/>
                  <a:pt x="985" y="3102"/>
                </a:cubicBezTo>
                <a:lnTo>
                  <a:pt x="975" y="3091"/>
                </a:lnTo>
                <a:lnTo>
                  <a:pt x="1119" y="3065"/>
                </a:lnTo>
                <a:cubicBezTo>
                  <a:pt x="1203" y="3174"/>
                  <a:pt x="1259" y="3309"/>
                  <a:pt x="1259" y="3457"/>
                </a:cubicBezTo>
                <a:cubicBezTo>
                  <a:pt x="1259" y="3632"/>
                  <a:pt x="1187" y="3790"/>
                  <a:pt x="1076" y="3904"/>
                </a:cubicBezTo>
                <a:cubicBezTo>
                  <a:pt x="962" y="4017"/>
                  <a:pt x="806" y="4085"/>
                  <a:pt x="631" y="4085"/>
                </a:cubicBezTo>
                <a:cubicBezTo>
                  <a:pt x="459" y="4085"/>
                  <a:pt x="298" y="4013"/>
                  <a:pt x="185" y="3904"/>
                </a:cubicBezTo>
                <a:cubicBezTo>
                  <a:pt x="72" y="3790"/>
                  <a:pt x="0" y="3632"/>
                  <a:pt x="0" y="3457"/>
                </a:cubicBezTo>
                <a:close/>
                <a:moveTo>
                  <a:pt x="2961" y="872"/>
                </a:moveTo>
                <a:cubicBezTo>
                  <a:pt x="2998" y="854"/>
                  <a:pt x="3035" y="838"/>
                  <a:pt x="3072" y="817"/>
                </a:cubicBezTo>
                <a:cubicBezTo>
                  <a:pt x="3111" y="901"/>
                  <a:pt x="3163" y="977"/>
                  <a:pt x="3226" y="1045"/>
                </a:cubicBezTo>
                <a:cubicBezTo>
                  <a:pt x="3360" y="1179"/>
                  <a:pt x="3545" y="1261"/>
                  <a:pt x="3751" y="1261"/>
                </a:cubicBezTo>
                <a:cubicBezTo>
                  <a:pt x="3956" y="1261"/>
                  <a:pt x="4142" y="1179"/>
                  <a:pt x="4275" y="1045"/>
                </a:cubicBezTo>
                <a:cubicBezTo>
                  <a:pt x="4409" y="912"/>
                  <a:pt x="4491" y="724"/>
                  <a:pt x="4491" y="521"/>
                </a:cubicBezTo>
                <a:cubicBezTo>
                  <a:pt x="4491" y="358"/>
                  <a:pt x="4440" y="210"/>
                  <a:pt x="4349" y="87"/>
                </a:cubicBezTo>
                <a:cubicBezTo>
                  <a:pt x="4384" y="58"/>
                  <a:pt x="4415" y="29"/>
                  <a:pt x="4442" y="1"/>
                </a:cubicBezTo>
                <a:cubicBezTo>
                  <a:pt x="4551" y="145"/>
                  <a:pt x="4614" y="326"/>
                  <a:pt x="4614" y="521"/>
                </a:cubicBezTo>
                <a:cubicBezTo>
                  <a:pt x="4614" y="759"/>
                  <a:pt x="4518" y="975"/>
                  <a:pt x="4360" y="1132"/>
                </a:cubicBezTo>
                <a:cubicBezTo>
                  <a:pt x="4203" y="1290"/>
                  <a:pt x="3987" y="1387"/>
                  <a:pt x="3749" y="1387"/>
                </a:cubicBezTo>
                <a:cubicBezTo>
                  <a:pt x="3510" y="1387"/>
                  <a:pt x="3294" y="1290"/>
                  <a:pt x="3136" y="1132"/>
                </a:cubicBezTo>
                <a:cubicBezTo>
                  <a:pt x="3068" y="1058"/>
                  <a:pt x="3006" y="973"/>
                  <a:pt x="2961" y="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"/>
          <p:cNvSpPr/>
          <p:nvPr/>
        </p:nvSpPr>
        <p:spPr>
          <a:xfrm>
            <a:off x="5689814" y="2443147"/>
            <a:ext cx="866462" cy="866462"/>
          </a:xfrm>
          <a:custGeom>
            <a:rect b="b" l="l" r="r" t="t"/>
            <a:pathLst>
              <a:path extrusionOk="0" h="5800" w="5800">
                <a:moveTo>
                  <a:pt x="2900" y="5799"/>
                </a:moveTo>
                <a:cubicBezTo>
                  <a:pt x="4498" y="5799"/>
                  <a:pt x="5800" y="4496"/>
                  <a:pt x="5800" y="2900"/>
                </a:cubicBezTo>
                <a:cubicBezTo>
                  <a:pt x="5800" y="1300"/>
                  <a:pt x="4496" y="1"/>
                  <a:pt x="2900" y="1"/>
                </a:cubicBezTo>
                <a:cubicBezTo>
                  <a:pt x="1300" y="1"/>
                  <a:pt x="1" y="1304"/>
                  <a:pt x="1" y="2900"/>
                </a:cubicBezTo>
                <a:cubicBezTo>
                  <a:pt x="1" y="4496"/>
                  <a:pt x="1302" y="5799"/>
                  <a:pt x="2900" y="57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"/>
          <p:cNvSpPr/>
          <p:nvPr/>
        </p:nvSpPr>
        <p:spPr>
          <a:xfrm>
            <a:off x="5792146" y="2488262"/>
            <a:ext cx="460271" cy="499411"/>
          </a:xfrm>
          <a:custGeom>
            <a:rect b="b" l="l" r="r" t="t"/>
            <a:pathLst>
              <a:path extrusionOk="0" h="3343" w="3081">
                <a:moveTo>
                  <a:pt x="2608" y="1"/>
                </a:moveTo>
                <a:cubicBezTo>
                  <a:pt x="2739" y="1"/>
                  <a:pt x="2855" y="52"/>
                  <a:pt x="2941" y="141"/>
                </a:cubicBezTo>
                <a:cubicBezTo>
                  <a:pt x="3027" y="225"/>
                  <a:pt x="3081" y="344"/>
                  <a:pt x="3081" y="474"/>
                </a:cubicBezTo>
                <a:cubicBezTo>
                  <a:pt x="3081" y="605"/>
                  <a:pt x="3029" y="721"/>
                  <a:pt x="2941" y="809"/>
                </a:cubicBezTo>
                <a:cubicBezTo>
                  <a:pt x="2855" y="895"/>
                  <a:pt x="2739" y="947"/>
                  <a:pt x="2608" y="947"/>
                </a:cubicBezTo>
                <a:cubicBezTo>
                  <a:pt x="2476" y="947"/>
                  <a:pt x="2361" y="895"/>
                  <a:pt x="2273" y="809"/>
                </a:cubicBezTo>
                <a:cubicBezTo>
                  <a:pt x="2188" y="725"/>
                  <a:pt x="2135" y="605"/>
                  <a:pt x="2135" y="474"/>
                </a:cubicBezTo>
                <a:cubicBezTo>
                  <a:pt x="2135" y="344"/>
                  <a:pt x="2186" y="227"/>
                  <a:pt x="2273" y="141"/>
                </a:cubicBezTo>
                <a:cubicBezTo>
                  <a:pt x="2361" y="56"/>
                  <a:pt x="2478" y="1"/>
                  <a:pt x="2608" y="1"/>
                </a:cubicBezTo>
                <a:close/>
                <a:moveTo>
                  <a:pt x="994" y="2308"/>
                </a:moveTo>
                <a:cubicBezTo>
                  <a:pt x="1138" y="2308"/>
                  <a:pt x="1265" y="2364"/>
                  <a:pt x="1358" y="2458"/>
                </a:cubicBezTo>
                <a:cubicBezTo>
                  <a:pt x="1454" y="2555"/>
                  <a:pt x="1510" y="2682"/>
                  <a:pt x="1510" y="2826"/>
                </a:cubicBezTo>
                <a:cubicBezTo>
                  <a:pt x="1510" y="2970"/>
                  <a:pt x="1454" y="3100"/>
                  <a:pt x="1358" y="3192"/>
                </a:cubicBezTo>
                <a:cubicBezTo>
                  <a:pt x="1265" y="3287"/>
                  <a:pt x="1136" y="3342"/>
                  <a:pt x="992" y="3342"/>
                </a:cubicBezTo>
                <a:cubicBezTo>
                  <a:pt x="846" y="3342"/>
                  <a:pt x="718" y="3287"/>
                  <a:pt x="626" y="3192"/>
                </a:cubicBezTo>
                <a:cubicBezTo>
                  <a:pt x="533" y="3096"/>
                  <a:pt x="473" y="2968"/>
                  <a:pt x="473" y="2824"/>
                </a:cubicBezTo>
                <a:cubicBezTo>
                  <a:pt x="473" y="2680"/>
                  <a:pt x="531" y="2551"/>
                  <a:pt x="626" y="2458"/>
                </a:cubicBezTo>
                <a:cubicBezTo>
                  <a:pt x="720" y="2366"/>
                  <a:pt x="852" y="2308"/>
                  <a:pt x="994" y="2308"/>
                </a:cubicBezTo>
                <a:close/>
                <a:moveTo>
                  <a:pt x="1300" y="2524"/>
                </a:moveTo>
                <a:cubicBezTo>
                  <a:pt x="1222" y="2446"/>
                  <a:pt x="1115" y="2396"/>
                  <a:pt x="996" y="2396"/>
                </a:cubicBezTo>
                <a:cubicBezTo>
                  <a:pt x="876" y="2396"/>
                  <a:pt x="769" y="2446"/>
                  <a:pt x="691" y="2524"/>
                </a:cubicBezTo>
                <a:cubicBezTo>
                  <a:pt x="615" y="2600"/>
                  <a:pt x="566" y="2709"/>
                  <a:pt x="566" y="2826"/>
                </a:cubicBezTo>
                <a:cubicBezTo>
                  <a:pt x="566" y="2946"/>
                  <a:pt x="615" y="3052"/>
                  <a:pt x="691" y="3131"/>
                </a:cubicBezTo>
                <a:cubicBezTo>
                  <a:pt x="769" y="3207"/>
                  <a:pt x="876" y="3256"/>
                  <a:pt x="996" y="3256"/>
                </a:cubicBezTo>
                <a:cubicBezTo>
                  <a:pt x="1115" y="3256"/>
                  <a:pt x="1222" y="3207"/>
                  <a:pt x="1300" y="3131"/>
                </a:cubicBezTo>
                <a:cubicBezTo>
                  <a:pt x="1376" y="3052"/>
                  <a:pt x="1425" y="2946"/>
                  <a:pt x="1425" y="2826"/>
                </a:cubicBezTo>
                <a:cubicBezTo>
                  <a:pt x="1425" y="2709"/>
                  <a:pt x="1376" y="2600"/>
                  <a:pt x="1300" y="2524"/>
                </a:cubicBezTo>
                <a:close/>
                <a:moveTo>
                  <a:pt x="301" y="1451"/>
                </a:moveTo>
                <a:cubicBezTo>
                  <a:pt x="383" y="1451"/>
                  <a:pt x="461" y="1486"/>
                  <a:pt x="515" y="1539"/>
                </a:cubicBezTo>
                <a:cubicBezTo>
                  <a:pt x="570" y="1592"/>
                  <a:pt x="603" y="1671"/>
                  <a:pt x="603" y="1753"/>
                </a:cubicBezTo>
                <a:cubicBezTo>
                  <a:pt x="603" y="1835"/>
                  <a:pt x="568" y="1911"/>
                  <a:pt x="515" y="1965"/>
                </a:cubicBezTo>
                <a:cubicBezTo>
                  <a:pt x="461" y="2020"/>
                  <a:pt x="383" y="2053"/>
                  <a:pt x="301" y="2053"/>
                </a:cubicBezTo>
                <a:cubicBezTo>
                  <a:pt x="220" y="2053"/>
                  <a:pt x="142" y="2020"/>
                  <a:pt x="89" y="1965"/>
                </a:cubicBezTo>
                <a:cubicBezTo>
                  <a:pt x="33" y="1911"/>
                  <a:pt x="0" y="1835"/>
                  <a:pt x="0" y="1753"/>
                </a:cubicBezTo>
                <a:cubicBezTo>
                  <a:pt x="0" y="1671"/>
                  <a:pt x="35" y="1592"/>
                  <a:pt x="89" y="1539"/>
                </a:cubicBezTo>
                <a:cubicBezTo>
                  <a:pt x="144" y="1486"/>
                  <a:pt x="220" y="1451"/>
                  <a:pt x="301" y="1451"/>
                </a:cubicBezTo>
                <a:close/>
                <a:moveTo>
                  <a:pt x="451" y="1601"/>
                </a:moveTo>
                <a:cubicBezTo>
                  <a:pt x="412" y="1562"/>
                  <a:pt x="358" y="1537"/>
                  <a:pt x="301" y="1537"/>
                </a:cubicBezTo>
                <a:cubicBezTo>
                  <a:pt x="243" y="1537"/>
                  <a:pt x="190" y="1560"/>
                  <a:pt x="153" y="1601"/>
                </a:cubicBezTo>
                <a:cubicBezTo>
                  <a:pt x="114" y="1640"/>
                  <a:pt x="89" y="1691"/>
                  <a:pt x="89" y="1749"/>
                </a:cubicBezTo>
                <a:cubicBezTo>
                  <a:pt x="89" y="1808"/>
                  <a:pt x="111" y="1862"/>
                  <a:pt x="153" y="1899"/>
                </a:cubicBezTo>
                <a:cubicBezTo>
                  <a:pt x="192" y="1938"/>
                  <a:pt x="245" y="1961"/>
                  <a:pt x="301" y="1961"/>
                </a:cubicBezTo>
                <a:cubicBezTo>
                  <a:pt x="360" y="1961"/>
                  <a:pt x="414" y="1938"/>
                  <a:pt x="451" y="1899"/>
                </a:cubicBezTo>
                <a:cubicBezTo>
                  <a:pt x="490" y="1860"/>
                  <a:pt x="515" y="1806"/>
                  <a:pt x="515" y="1749"/>
                </a:cubicBezTo>
                <a:cubicBezTo>
                  <a:pt x="515" y="1693"/>
                  <a:pt x="492" y="1642"/>
                  <a:pt x="451" y="1601"/>
                </a:cubicBezTo>
                <a:close/>
                <a:moveTo>
                  <a:pt x="2608" y="89"/>
                </a:moveTo>
                <a:cubicBezTo>
                  <a:pt x="2503" y="89"/>
                  <a:pt x="2404" y="132"/>
                  <a:pt x="2334" y="202"/>
                </a:cubicBezTo>
                <a:cubicBezTo>
                  <a:pt x="2267" y="272"/>
                  <a:pt x="2221" y="369"/>
                  <a:pt x="2221" y="474"/>
                </a:cubicBezTo>
                <a:cubicBezTo>
                  <a:pt x="2221" y="581"/>
                  <a:pt x="2267" y="677"/>
                  <a:pt x="2334" y="747"/>
                </a:cubicBezTo>
                <a:cubicBezTo>
                  <a:pt x="2404" y="815"/>
                  <a:pt x="2503" y="860"/>
                  <a:pt x="2608" y="860"/>
                </a:cubicBezTo>
                <a:cubicBezTo>
                  <a:pt x="2713" y="860"/>
                  <a:pt x="2811" y="817"/>
                  <a:pt x="2879" y="747"/>
                </a:cubicBezTo>
                <a:cubicBezTo>
                  <a:pt x="2949" y="677"/>
                  <a:pt x="2992" y="581"/>
                  <a:pt x="2992" y="474"/>
                </a:cubicBezTo>
                <a:cubicBezTo>
                  <a:pt x="2992" y="262"/>
                  <a:pt x="2820" y="89"/>
                  <a:pt x="2608" y="89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"/>
          <p:cNvSpPr/>
          <p:nvPr/>
        </p:nvSpPr>
        <p:spPr>
          <a:xfrm>
            <a:off x="5776161" y="2566691"/>
            <a:ext cx="780115" cy="743215"/>
          </a:xfrm>
          <a:custGeom>
            <a:rect b="b" l="l" r="r" t="t"/>
            <a:pathLst>
              <a:path extrusionOk="0" h="4975" w="5222">
                <a:moveTo>
                  <a:pt x="4350" y="0"/>
                </a:moveTo>
                <a:cubicBezTo>
                  <a:pt x="4742" y="385"/>
                  <a:pt x="5026" y="878"/>
                  <a:pt x="5152" y="1433"/>
                </a:cubicBezTo>
                <a:cubicBezTo>
                  <a:pt x="5010" y="1448"/>
                  <a:pt x="4880" y="1512"/>
                  <a:pt x="4786" y="1610"/>
                </a:cubicBezTo>
                <a:cubicBezTo>
                  <a:pt x="4675" y="1721"/>
                  <a:pt x="4607" y="1876"/>
                  <a:pt x="4607" y="2046"/>
                </a:cubicBezTo>
                <a:cubicBezTo>
                  <a:pt x="4607" y="2217"/>
                  <a:pt x="4675" y="2371"/>
                  <a:pt x="4786" y="2484"/>
                </a:cubicBezTo>
                <a:cubicBezTo>
                  <a:pt x="4886" y="2585"/>
                  <a:pt x="5018" y="2649"/>
                  <a:pt x="5164" y="2661"/>
                </a:cubicBezTo>
                <a:cubicBezTo>
                  <a:pt x="4917" y="3870"/>
                  <a:pt x="3918" y="4806"/>
                  <a:pt x="2674" y="4954"/>
                </a:cubicBezTo>
                <a:cubicBezTo>
                  <a:pt x="2676" y="4933"/>
                  <a:pt x="2676" y="4913"/>
                  <a:pt x="2676" y="4894"/>
                </a:cubicBezTo>
                <a:cubicBezTo>
                  <a:pt x="2676" y="4705"/>
                  <a:pt x="2600" y="4534"/>
                  <a:pt x="2476" y="4411"/>
                </a:cubicBezTo>
                <a:cubicBezTo>
                  <a:pt x="2353" y="4288"/>
                  <a:pt x="2180" y="4212"/>
                  <a:pt x="1993" y="4212"/>
                </a:cubicBezTo>
                <a:cubicBezTo>
                  <a:pt x="1802" y="4212"/>
                  <a:pt x="1633" y="4288"/>
                  <a:pt x="1510" y="4411"/>
                </a:cubicBezTo>
                <a:cubicBezTo>
                  <a:pt x="1407" y="4514"/>
                  <a:pt x="1337" y="4648"/>
                  <a:pt x="1317" y="4798"/>
                </a:cubicBezTo>
                <a:cubicBezTo>
                  <a:pt x="790" y="4602"/>
                  <a:pt x="334" y="4257"/>
                  <a:pt x="0" y="3815"/>
                </a:cubicBezTo>
                <a:cubicBezTo>
                  <a:pt x="1238" y="3872"/>
                  <a:pt x="1701" y="3615"/>
                  <a:pt x="2090" y="2667"/>
                </a:cubicBezTo>
                <a:cubicBezTo>
                  <a:pt x="2503" y="1660"/>
                  <a:pt x="3457" y="2795"/>
                  <a:pt x="3737" y="1218"/>
                </a:cubicBezTo>
                <a:cubicBezTo>
                  <a:pt x="3871" y="467"/>
                  <a:pt x="4121" y="138"/>
                  <a:pt x="4350" y="0"/>
                </a:cubicBezTo>
                <a:close/>
                <a:moveTo>
                  <a:pt x="5166" y="1518"/>
                </a:moveTo>
                <a:cubicBezTo>
                  <a:pt x="5043" y="1530"/>
                  <a:pt x="4930" y="1588"/>
                  <a:pt x="4845" y="1670"/>
                </a:cubicBezTo>
                <a:cubicBezTo>
                  <a:pt x="4751" y="1765"/>
                  <a:pt x="4691" y="1898"/>
                  <a:pt x="4691" y="2042"/>
                </a:cubicBezTo>
                <a:cubicBezTo>
                  <a:pt x="4691" y="2188"/>
                  <a:pt x="4751" y="2320"/>
                  <a:pt x="4845" y="2414"/>
                </a:cubicBezTo>
                <a:cubicBezTo>
                  <a:pt x="4932" y="2503"/>
                  <a:pt x="5049" y="2558"/>
                  <a:pt x="5176" y="2567"/>
                </a:cubicBezTo>
                <a:cubicBezTo>
                  <a:pt x="5205" y="2404"/>
                  <a:pt x="5219" y="2238"/>
                  <a:pt x="5219" y="2067"/>
                </a:cubicBezTo>
                <a:cubicBezTo>
                  <a:pt x="5222" y="1882"/>
                  <a:pt x="5203" y="1697"/>
                  <a:pt x="5166" y="1518"/>
                </a:cubicBezTo>
                <a:close/>
                <a:moveTo>
                  <a:pt x="2581" y="4962"/>
                </a:moveTo>
                <a:cubicBezTo>
                  <a:pt x="2583" y="4940"/>
                  <a:pt x="2585" y="4915"/>
                  <a:pt x="2585" y="4892"/>
                </a:cubicBezTo>
                <a:cubicBezTo>
                  <a:pt x="2585" y="4728"/>
                  <a:pt x="2520" y="4580"/>
                  <a:pt x="2411" y="4471"/>
                </a:cubicBezTo>
                <a:cubicBezTo>
                  <a:pt x="2304" y="4364"/>
                  <a:pt x="2153" y="4296"/>
                  <a:pt x="1989" y="4296"/>
                </a:cubicBezTo>
                <a:cubicBezTo>
                  <a:pt x="1824" y="4296"/>
                  <a:pt x="1676" y="4364"/>
                  <a:pt x="1567" y="4471"/>
                </a:cubicBezTo>
                <a:cubicBezTo>
                  <a:pt x="1475" y="4563"/>
                  <a:pt x="1413" y="4687"/>
                  <a:pt x="1399" y="4826"/>
                </a:cubicBezTo>
                <a:cubicBezTo>
                  <a:pt x="1689" y="4923"/>
                  <a:pt x="1997" y="4975"/>
                  <a:pt x="2320" y="4975"/>
                </a:cubicBezTo>
                <a:cubicBezTo>
                  <a:pt x="2408" y="4972"/>
                  <a:pt x="2497" y="4970"/>
                  <a:pt x="2581" y="49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"/>
          <p:cNvSpPr/>
          <p:nvPr/>
        </p:nvSpPr>
        <p:spPr>
          <a:xfrm>
            <a:off x="6226867" y="2925075"/>
            <a:ext cx="83061" cy="83210"/>
          </a:xfrm>
          <a:custGeom>
            <a:rect b="b" l="l" r="r" t="t"/>
            <a:pathLst>
              <a:path extrusionOk="0" h="557" w="556">
                <a:moveTo>
                  <a:pt x="278" y="556"/>
                </a:moveTo>
                <a:cubicBezTo>
                  <a:pt x="430" y="556"/>
                  <a:pt x="555" y="433"/>
                  <a:pt x="555" y="279"/>
                </a:cubicBezTo>
                <a:cubicBezTo>
                  <a:pt x="555" y="126"/>
                  <a:pt x="432" y="1"/>
                  <a:pt x="278" y="1"/>
                </a:cubicBezTo>
                <a:cubicBezTo>
                  <a:pt x="128" y="1"/>
                  <a:pt x="0" y="124"/>
                  <a:pt x="0" y="279"/>
                </a:cubicBezTo>
                <a:cubicBezTo>
                  <a:pt x="0" y="429"/>
                  <a:pt x="128" y="556"/>
                  <a:pt x="278" y="5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"/>
          <p:cNvSpPr txBox="1"/>
          <p:nvPr>
            <p:ph idx="1" type="subTitle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600"/>
              <a:t>Project </a:t>
            </a:r>
            <a:r>
              <a:rPr b="1" lang="en" sz="2100"/>
              <a:t>: Brainster Labs</a:t>
            </a:r>
            <a:endParaRPr b="1" sz="2100"/>
          </a:p>
        </p:txBody>
      </p:sp>
      <p:sp>
        <p:nvSpPr>
          <p:cNvPr id="517" name="Google Shape;517;p1"/>
          <p:cNvSpPr txBox="1"/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Website Testing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6272456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7410936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/>
          <p:nvPr/>
        </p:nvSpPr>
        <p:spPr>
          <a:xfrm>
            <a:off x="5133975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"/>
          <p:cNvGrpSpPr/>
          <p:nvPr/>
        </p:nvGrpSpPr>
        <p:grpSpPr>
          <a:xfrm>
            <a:off x="1994674" y="2994425"/>
            <a:ext cx="2427951" cy="840775"/>
            <a:chOff x="5489850" y="1719050"/>
            <a:chExt cx="2392050" cy="586550"/>
          </a:xfrm>
        </p:grpSpPr>
        <p:sp>
          <p:nvSpPr>
            <p:cNvPr id="526" name="Google Shape;526;p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2"/>
          <p:cNvGrpSpPr/>
          <p:nvPr/>
        </p:nvGrpSpPr>
        <p:grpSpPr>
          <a:xfrm>
            <a:off x="5863374" y="2994425"/>
            <a:ext cx="2472188" cy="840775"/>
            <a:chOff x="5489850" y="1719050"/>
            <a:chExt cx="2392050" cy="586550"/>
          </a:xfrm>
        </p:grpSpPr>
        <p:sp>
          <p:nvSpPr>
            <p:cNvPr id="529" name="Google Shape;529;p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2"/>
          <p:cNvGrpSpPr/>
          <p:nvPr/>
        </p:nvGrpSpPr>
        <p:grpSpPr>
          <a:xfrm>
            <a:off x="5891200" y="1627104"/>
            <a:ext cx="2444362" cy="853196"/>
            <a:chOff x="5489850" y="1719050"/>
            <a:chExt cx="2392050" cy="586550"/>
          </a:xfrm>
        </p:grpSpPr>
        <p:sp>
          <p:nvSpPr>
            <p:cNvPr id="532" name="Google Shape;532;p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4" name="Google Shape;534;p2"/>
          <p:cNvGrpSpPr/>
          <p:nvPr/>
        </p:nvGrpSpPr>
        <p:grpSpPr>
          <a:xfrm>
            <a:off x="1986274" y="1627104"/>
            <a:ext cx="2422327" cy="853196"/>
            <a:chOff x="5489850" y="1719050"/>
            <a:chExt cx="2392050" cy="586550"/>
          </a:xfrm>
        </p:grpSpPr>
        <p:sp>
          <p:nvSpPr>
            <p:cNvPr id="535" name="Google Shape;535;p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7" name="Google Shape;537;p2"/>
          <p:cNvSpPr/>
          <p:nvPr/>
        </p:nvSpPr>
        <p:spPr>
          <a:xfrm>
            <a:off x="4707075" y="3247613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"/>
          <p:cNvSpPr/>
          <p:nvPr/>
        </p:nvSpPr>
        <p:spPr>
          <a:xfrm>
            <a:off x="4723363" y="1840988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"/>
          <p:cNvSpPr/>
          <p:nvPr/>
        </p:nvSpPr>
        <p:spPr>
          <a:xfrm>
            <a:off x="808425" y="3247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"/>
          <p:cNvSpPr/>
          <p:nvPr/>
        </p:nvSpPr>
        <p:spPr>
          <a:xfrm>
            <a:off x="808438" y="1840988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"/>
          <p:cNvSpPr txBox="1"/>
          <p:nvPr>
            <p:ph type="title"/>
          </p:nvPr>
        </p:nvSpPr>
        <p:spPr>
          <a:xfrm>
            <a:off x="2240456" y="2324713"/>
            <a:ext cx="1883700" cy="6345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Functional Testing</a:t>
            </a:r>
            <a:endParaRPr/>
          </a:p>
        </p:txBody>
      </p:sp>
      <p:sp>
        <p:nvSpPr>
          <p:cNvPr id="542" name="Google Shape;542;p2"/>
          <p:cNvSpPr txBox="1"/>
          <p:nvPr>
            <p:ph idx="2" type="title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43" name="Google Shape;543;p2"/>
          <p:cNvSpPr txBox="1"/>
          <p:nvPr>
            <p:ph idx="3" type="title"/>
          </p:nvPr>
        </p:nvSpPr>
        <p:spPr>
          <a:xfrm>
            <a:off x="881056" y="3370847"/>
            <a:ext cx="795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4" name="Google Shape;544;p2"/>
          <p:cNvSpPr txBox="1"/>
          <p:nvPr>
            <p:ph idx="4" type="title"/>
          </p:nvPr>
        </p:nvSpPr>
        <p:spPr>
          <a:xfrm>
            <a:off x="2077113" y="3025100"/>
            <a:ext cx="2227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/>
              <a:t>Cross-platform Testing</a:t>
            </a:r>
            <a:endParaRPr sz="1900"/>
          </a:p>
        </p:txBody>
      </p:sp>
      <p:sp>
        <p:nvSpPr>
          <p:cNvPr id="545" name="Google Shape;545;p2"/>
          <p:cNvSpPr txBox="1"/>
          <p:nvPr>
            <p:ph idx="6" type="title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Usability Testing</a:t>
            </a:r>
            <a:endParaRPr/>
          </a:p>
        </p:txBody>
      </p:sp>
      <p:sp>
        <p:nvSpPr>
          <p:cNvPr id="546" name="Google Shape;546;p2"/>
          <p:cNvSpPr txBox="1"/>
          <p:nvPr>
            <p:ph idx="8" type="title"/>
          </p:nvPr>
        </p:nvSpPr>
        <p:spPr>
          <a:xfrm>
            <a:off x="5932725" y="1721300"/>
            <a:ext cx="2265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Cross-browser Testing</a:t>
            </a:r>
            <a:endParaRPr/>
          </a:p>
        </p:txBody>
      </p:sp>
      <p:sp>
        <p:nvSpPr>
          <p:cNvPr id="547" name="Google Shape;547;p2"/>
          <p:cNvSpPr txBox="1"/>
          <p:nvPr>
            <p:ph idx="13" type="title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8" name="Google Shape;548;p2"/>
          <p:cNvSpPr txBox="1"/>
          <p:nvPr>
            <p:ph idx="14" type="title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9" name="Google Shape;549;p2"/>
          <p:cNvSpPr txBox="1"/>
          <p:nvPr>
            <p:ph idx="15" type="title"/>
          </p:nvPr>
        </p:nvSpPr>
        <p:spPr>
          <a:xfrm>
            <a:off x="720000" y="935913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Types of testing conducted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"/>
          <p:cNvSpPr txBox="1"/>
          <p:nvPr>
            <p:ph type="title"/>
          </p:nvPr>
        </p:nvSpPr>
        <p:spPr>
          <a:xfrm>
            <a:off x="570325" y="855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chemeClr val="lt1"/>
                </a:solidFill>
              </a:rPr>
              <a:t>Testing environments, browsers &amp; resolution</a:t>
            </a:r>
            <a:endParaRPr sz="2500">
              <a:solidFill>
                <a:schemeClr val="lt1"/>
              </a:solidFill>
            </a:endParaRPr>
          </a:p>
        </p:txBody>
      </p:sp>
      <p:grpSp>
        <p:nvGrpSpPr>
          <p:cNvPr id="555" name="Google Shape;555;p6"/>
          <p:cNvGrpSpPr/>
          <p:nvPr/>
        </p:nvGrpSpPr>
        <p:grpSpPr>
          <a:xfrm>
            <a:off x="6271900" y="3241525"/>
            <a:ext cx="1598600" cy="581650"/>
            <a:chOff x="6153900" y="3231000"/>
            <a:chExt cx="1598600" cy="581650"/>
          </a:xfrm>
        </p:grpSpPr>
        <p:sp>
          <p:nvSpPr>
            <p:cNvPr id="556" name="Google Shape;556;p6"/>
            <p:cNvSpPr/>
            <p:nvPr/>
          </p:nvSpPr>
          <p:spPr>
            <a:xfrm>
              <a:off x="6203300" y="328225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6153900" y="323100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6"/>
          <p:cNvSpPr txBox="1"/>
          <p:nvPr/>
        </p:nvSpPr>
        <p:spPr>
          <a:xfrm>
            <a:off x="6364300" y="3238357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Resolution</a:t>
            </a:r>
            <a:endParaRPr b="1" i="0" sz="17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559" name="Google Shape;559;p6"/>
          <p:cNvGrpSpPr/>
          <p:nvPr/>
        </p:nvGrpSpPr>
        <p:grpSpPr>
          <a:xfrm>
            <a:off x="1373450" y="3238350"/>
            <a:ext cx="1598600" cy="581650"/>
            <a:chOff x="1500900" y="3327675"/>
            <a:chExt cx="1598600" cy="581650"/>
          </a:xfrm>
        </p:grpSpPr>
        <p:sp>
          <p:nvSpPr>
            <p:cNvPr id="560" name="Google Shape;560;p6"/>
            <p:cNvSpPr/>
            <p:nvPr/>
          </p:nvSpPr>
          <p:spPr>
            <a:xfrm>
              <a:off x="1550300" y="337892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1500900" y="332767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6"/>
          <p:cNvSpPr txBox="1"/>
          <p:nvPr/>
        </p:nvSpPr>
        <p:spPr>
          <a:xfrm>
            <a:off x="1465850" y="323518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Android 12</a:t>
            </a:r>
            <a:endParaRPr b="1" i="0" sz="20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63" name="Google Shape;563;p6"/>
          <p:cNvSpPr txBox="1"/>
          <p:nvPr/>
        </p:nvSpPr>
        <p:spPr>
          <a:xfrm>
            <a:off x="1465855" y="3766059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Xiaomi 11T Pro</a:t>
            </a:r>
            <a:endParaRPr b="1" i="0" sz="18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564" name="Google Shape;564;p6"/>
          <p:cNvGrpSpPr/>
          <p:nvPr/>
        </p:nvGrpSpPr>
        <p:grpSpPr>
          <a:xfrm>
            <a:off x="1373450" y="1443099"/>
            <a:ext cx="1598600" cy="997555"/>
            <a:chOff x="1617700" y="1585225"/>
            <a:chExt cx="1598600" cy="581650"/>
          </a:xfrm>
        </p:grpSpPr>
        <p:sp>
          <p:nvSpPr>
            <p:cNvPr id="565" name="Google Shape;565;p6"/>
            <p:cNvSpPr/>
            <p:nvPr/>
          </p:nvSpPr>
          <p:spPr>
            <a:xfrm>
              <a:off x="1667100" y="163647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1617700" y="158522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" name="Google Shape;567;p6"/>
          <p:cNvSpPr txBox="1"/>
          <p:nvPr/>
        </p:nvSpPr>
        <p:spPr>
          <a:xfrm>
            <a:off x="1465850" y="161788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Windows 11 Pro 64-bit</a:t>
            </a:r>
            <a:endParaRPr b="1" i="0" sz="20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568" name="Google Shape;568;p6"/>
          <p:cNvGrpSpPr/>
          <p:nvPr/>
        </p:nvGrpSpPr>
        <p:grpSpPr>
          <a:xfrm>
            <a:off x="6271900" y="1627400"/>
            <a:ext cx="1598600" cy="581650"/>
            <a:chOff x="5852125" y="1536700"/>
            <a:chExt cx="1598600" cy="581650"/>
          </a:xfrm>
        </p:grpSpPr>
        <p:sp>
          <p:nvSpPr>
            <p:cNvPr id="569" name="Google Shape;569;p6"/>
            <p:cNvSpPr/>
            <p:nvPr/>
          </p:nvSpPr>
          <p:spPr>
            <a:xfrm>
              <a:off x="5901525" y="158795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5852125" y="153670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6"/>
          <p:cNvSpPr txBox="1"/>
          <p:nvPr/>
        </p:nvSpPr>
        <p:spPr>
          <a:xfrm>
            <a:off x="6364300" y="162423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Browsers</a:t>
            </a:r>
            <a:endParaRPr b="1" i="0" sz="19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72" name="Google Shape;572;p6"/>
          <p:cNvSpPr txBox="1"/>
          <p:nvPr/>
        </p:nvSpPr>
        <p:spPr>
          <a:xfrm>
            <a:off x="1510650" y="2343923"/>
            <a:ext cx="1362600" cy="8163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Desktop PC</a:t>
            </a:r>
            <a:endParaRPr b="1" i="0" sz="18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573" name="Google Shape;573;p6"/>
          <p:cNvCxnSpPr>
            <a:stCxn id="566" idx="3"/>
          </p:cNvCxnSpPr>
          <p:nvPr/>
        </p:nvCxnSpPr>
        <p:spPr>
          <a:xfrm>
            <a:off x="2922650" y="1897929"/>
            <a:ext cx="1228500" cy="816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6"/>
          <p:cNvCxnSpPr>
            <a:stCxn id="561" idx="3"/>
          </p:cNvCxnSpPr>
          <p:nvPr/>
        </p:nvCxnSpPr>
        <p:spPr>
          <a:xfrm flipH="1" rot="10800000">
            <a:off x="2922650" y="2887650"/>
            <a:ext cx="1460400" cy="615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6"/>
          <p:cNvCxnSpPr>
            <a:stCxn id="570" idx="1"/>
          </p:cNvCxnSpPr>
          <p:nvPr/>
        </p:nvCxnSpPr>
        <p:spPr>
          <a:xfrm flipH="1">
            <a:off x="5143300" y="1892600"/>
            <a:ext cx="1128600" cy="795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6"/>
          <p:cNvCxnSpPr>
            <a:stCxn id="557" idx="1"/>
          </p:cNvCxnSpPr>
          <p:nvPr/>
        </p:nvCxnSpPr>
        <p:spPr>
          <a:xfrm rot="10800000">
            <a:off x="4990900" y="2865025"/>
            <a:ext cx="1281000" cy="641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6"/>
          <p:cNvSpPr/>
          <p:nvPr/>
        </p:nvSpPr>
        <p:spPr>
          <a:xfrm>
            <a:off x="3937838" y="2301938"/>
            <a:ext cx="1224651" cy="933235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"/>
          <p:cNvSpPr txBox="1"/>
          <p:nvPr/>
        </p:nvSpPr>
        <p:spPr>
          <a:xfrm>
            <a:off x="6355781" y="2116087"/>
            <a:ext cx="1362600" cy="10651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Google Chrome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Mozilla Firefox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Microsoft Edge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Brave Browser</a:t>
            </a:r>
            <a:endParaRPr b="1" i="0" sz="14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9" name="Google Shape;579;p6"/>
          <p:cNvSpPr txBox="1"/>
          <p:nvPr/>
        </p:nvSpPr>
        <p:spPr>
          <a:xfrm>
            <a:off x="6361450" y="3762882"/>
            <a:ext cx="1362600" cy="10651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1920x1080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1366x768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1o80x2400</a:t>
            </a:r>
            <a:endParaRPr b="1" i="0" sz="14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"/>
          <p:cNvSpPr/>
          <p:nvPr/>
        </p:nvSpPr>
        <p:spPr>
          <a:xfrm>
            <a:off x="904675" y="643775"/>
            <a:ext cx="7519333" cy="3959702"/>
          </a:xfrm>
          <a:custGeom>
            <a:rect b="b" l="l" r="r" t="t"/>
            <a:pathLst>
              <a:path extrusionOk="0" h="27964" w="54058">
                <a:moveTo>
                  <a:pt x="2468" y="26211"/>
                </a:moveTo>
                <a:lnTo>
                  <a:pt x="5067" y="26211"/>
                </a:lnTo>
                <a:cubicBezTo>
                  <a:pt x="5756" y="26211"/>
                  <a:pt x="6392" y="26045"/>
                  <a:pt x="6937" y="25728"/>
                </a:cubicBezTo>
                <a:lnTo>
                  <a:pt x="6937" y="25726"/>
                </a:lnTo>
                <a:cubicBezTo>
                  <a:pt x="7484" y="25409"/>
                  <a:pt x="7948" y="24942"/>
                  <a:pt x="8290" y="24348"/>
                </a:cubicBezTo>
                <a:lnTo>
                  <a:pt x="11409" y="18950"/>
                </a:lnTo>
                <a:cubicBezTo>
                  <a:pt x="11841" y="18206"/>
                  <a:pt x="12429" y="17614"/>
                  <a:pt x="13126" y="17213"/>
                </a:cubicBezTo>
                <a:lnTo>
                  <a:pt x="13128" y="17213"/>
                </a:lnTo>
                <a:cubicBezTo>
                  <a:pt x="13827" y="16810"/>
                  <a:pt x="14631" y="16594"/>
                  <a:pt x="15493" y="16594"/>
                </a:cubicBezTo>
                <a:lnTo>
                  <a:pt x="22104" y="16594"/>
                </a:lnTo>
                <a:cubicBezTo>
                  <a:pt x="22793" y="16594"/>
                  <a:pt x="23429" y="16425"/>
                  <a:pt x="23973" y="16110"/>
                </a:cubicBezTo>
                <a:lnTo>
                  <a:pt x="23973" y="16106"/>
                </a:lnTo>
                <a:cubicBezTo>
                  <a:pt x="24520" y="15792"/>
                  <a:pt x="24985" y="15323"/>
                  <a:pt x="25327" y="14728"/>
                </a:cubicBezTo>
                <a:lnTo>
                  <a:pt x="29772" y="7034"/>
                </a:lnTo>
                <a:cubicBezTo>
                  <a:pt x="30204" y="6287"/>
                  <a:pt x="30792" y="5697"/>
                  <a:pt x="31489" y="5296"/>
                </a:cubicBezTo>
                <a:lnTo>
                  <a:pt x="31491" y="5296"/>
                </a:lnTo>
                <a:cubicBezTo>
                  <a:pt x="32191" y="4893"/>
                  <a:pt x="32995" y="4677"/>
                  <a:pt x="33856" y="4677"/>
                </a:cubicBezTo>
                <a:lnTo>
                  <a:pt x="48096" y="4677"/>
                </a:lnTo>
                <a:cubicBezTo>
                  <a:pt x="48785" y="4677"/>
                  <a:pt x="49421" y="4508"/>
                  <a:pt x="49966" y="4194"/>
                </a:cubicBezTo>
                <a:lnTo>
                  <a:pt x="49966" y="4190"/>
                </a:lnTo>
                <a:cubicBezTo>
                  <a:pt x="50513" y="3875"/>
                  <a:pt x="50977" y="3406"/>
                  <a:pt x="51319" y="2812"/>
                </a:cubicBezTo>
                <a:lnTo>
                  <a:pt x="51323" y="2812"/>
                </a:lnTo>
                <a:lnTo>
                  <a:pt x="51761" y="2049"/>
                </a:lnTo>
                <a:cubicBezTo>
                  <a:pt x="51596" y="1835"/>
                  <a:pt x="51502" y="1566"/>
                  <a:pt x="51502" y="1278"/>
                </a:cubicBezTo>
                <a:cubicBezTo>
                  <a:pt x="51502" y="571"/>
                  <a:pt x="52075" y="1"/>
                  <a:pt x="52779" y="1"/>
                </a:cubicBezTo>
                <a:cubicBezTo>
                  <a:pt x="53486" y="1"/>
                  <a:pt x="54058" y="575"/>
                  <a:pt x="54058" y="1278"/>
                </a:cubicBezTo>
                <a:cubicBezTo>
                  <a:pt x="54058" y="1983"/>
                  <a:pt x="53484" y="2555"/>
                  <a:pt x="52779" y="2555"/>
                </a:cubicBezTo>
                <a:cubicBezTo>
                  <a:pt x="52725" y="2555"/>
                  <a:pt x="52672" y="2553"/>
                  <a:pt x="52620" y="2545"/>
                </a:cubicBezTo>
                <a:lnTo>
                  <a:pt x="52180" y="3305"/>
                </a:lnTo>
                <a:lnTo>
                  <a:pt x="52180" y="3310"/>
                </a:lnTo>
                <a:cubicBezTo>
                  <a:pt x="51748" y="4054"/>
                  <a:pt x="51160" y="4646"/>
                  <a:pt x="50463" y="5047"/>
                </a:cubicBezTo>
                <a:lnTo>
                  <a:pt x="50461" y="5047"/>
                </a:lnTo>
                <a:cubicBezTo>
                  <a:pt x="49762" y="5450"/>
                  <a:pt x="48956" y="5666"/>
                  <a:pt x="48096" y="5666"/>
                </a:cubicBezTo>
                <a:lnTo>
                  <a:pt x="33856" y="5666"/>
                </a:lnTo>
                <a:cubicBezTo>
                  <a:pt x="33167" y="5666"/>
                  <a:pt x="32532" y="5833"/>
                  <a:pt x="31987" y="6149"/>
                </a:cubicBezTo>
                <a:lnTo>
                  <a:pt x="31987" y="6151"/>
                </a:lnTo>
                <a:cubicBezTo>
                  <a:pt x="31440" y="6468"/>
                  <a:pt x="30975" y="6935"/>
                  <a:pt x="30632" y="7529"/>
                </a:cubicBezTo>
                <a:lnTo>
                  <a:pt x="26184" y="15234"/>
                </a:lnTo>
                <a:cubicBezTo>
                  <a:pt x="25752" y="15979"/>
                  <a:pt x="25162" y="16571"/>
                  <a:pt x="24467" y="16972"/>
                </a:cubicBezTo>
                <a:lnTo>
                  <a:pt x="24463" y="16972"/>
                </a:lnTo>
                <a:cubicBezTo>
                  <a:pt x="23764" y="17375"/>
                  <a:pt x="22960" y="17591"/>
                  <a:pt x="22098" y="17591"/>
                </a:cubicBezTo>
                <a:lnTo>
                  <a:pt x="15491" y="17591"/>
                </a:lnTo>
                <a:cubicBezTo>
                  <a:pt x="14802" y="17591"/>
                  <a:pt x="14167" y="17757"/>
                  <a:pt x="13622" y="18074"/>
                </a:cubicBezTo>
                <a:lnTo>
                  <a:pt x="13622" y="18076"/>
                </a:lnTo>
                <a:cubicBezTo>
                  <a:pt x="13075" y="18393"/>
                  <a:pt x="12608" y="18860"/>
                  <a:pt x="12267" y="19454"/>
                </a:cubicBezTo>
                <a:lnTo>
                  <a:pt x="9149" y="24852"/>
                </a:lnTo>
                <a:cubicBezTo>
                  <a:pt x="8717" y="25598"/>
                  <a:pt x="8129" y="26189"/>
                  <a:pt x="7432" y="26590"/>
                </a:cubicBezTo>
                <a:lnTo>
                  <a:pt x="7428" y="26590"/>
                </a:lnTo>
                <a:cubicBezTo>
                  <a:pt x="6731" y="26993"/>
                  <a:pt x="5925" y="27208"/>
                  <a:pt x="5063" y="27208"/>
                </a:cubicBezTo>
                <a:lnTo>
                  <a:pt x="2446" y="27208"/>
                </a:lnTo>
                <a:cubicBezTo>
                  <a:pt x="2244" y="27655"/>
                  <a:pt x="1798" y="27963"/>
                  <a:pt x="1278" y="27963"/>
                </a:cubicBezTo>
                <a:cubicBezTo>
                  <a:pt x="572" y="27963"/>
                  <a:pt x="1" y="27389"/>
                  <a:pt x="1" y="26684"/>
                </a:cubicBezTo>
                <a:cubicBezTo>
                  <a:pt x="1" y="25981"/>
                  <a:pt x="574" y="25407"/>
                  <a:pt x="1278" y="25407"/>
                </a:cubicBezTo>
                <a:cubicBezTo>
                  <a:pt x="1818" y="25405"/>
                  <a:pt x="2281" y="25738"/>
                  <a:pt x="2468" y="26211"/>
                </a:cubicBezTo>
                <a:close/>
              </a:path>
            </a:pathLst>
          </a:custGeom>
          <a:solidFill>
            <a:srgbClr val="EB5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"/>
          <p:cNvSpPr/>
          <p:nvPr/>
        </p:nvSpPr>
        <p:spPr>
          <a:xfrm>
            <a:off x="3623684" y="1717063"/>
            <a:ext cx="3091829" cy="2125831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"/>
          <p:cNvSpPr txBox="1"/>
          <p:nvPr>
            <p:ph type="title"/>
          </p:nvPr>
        </p:nvSpPr>
        <p:spPr>
          <a:xfrm rot="294">
            <a:off x="3412800" y="2218300"/>
            <a:ext cx="35136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173</a:t>
            </a:r>
            <a:endParaRPr/>
          </a:p>
        </p:txBody>
      </p:sp>
      <p:sp>
        <p:nvSpPr>
          <p:cNvPr id="587" name="Google Shape;587;p3"/>
          <p:cNvSpPr txBox="1"/>
          <p:nvPr>
            <p:ph idx="1" type="subTitle"/>
          </p:nvPr>
        </p:nvSpPr>
        <p:spPr>
          <a:xfrm>
            <a:off x="3623675" y="3899100"/>
            <a:ext cx="3091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Positive and negative test cases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4"/>
          <p:cNvGrpSpPr/>
          <p:nvPr/>
        </p:nvGrpSpPr>
        <p:grpSpPr>
          <a:xfrm>
            <a:off x="1994634" y="2898296"/>
            <a:ext cx="2422429" cy="998073"/>
            <a:chOff x="5489850" y="1719050"/>
            <a:chExt cx="2392050" cy="586550"/>
          </a:xfrm>
        </p:grpSpPr>
        <p:sp>
          <p:nvSpPr>
            <p:cNvPr id="593" name="Google Shape;593;p4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"/>
          <p:cNvGrpSpPr/>
          <p:nvPr/>
        </p:nvGrpSpPr>
        <p:grpSpPr>
          <a:xfrm>
            <a:off x="5863374" y="2994425"/>
            <a:ext cx="2472188" cy="840775"/>
            <a:chOff x="5489850" y="1719050"/>
            <a:chExt cx="2392050" cy="586550"/>
          </a:xfrm>
        </p:grpSpPr>
        <p:sp>
          <p:nvSpPr>
            <p:cNvPr id="596" name="Google Shape;596;p4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4"/>
          <p:cNvGrpSpPr/>
          <p:nvPr/>
        </p:nvGrpSpPr>
        <p:grpSpPr>
          <a:xfrm>
            <a:off x="5891200" y="1627104"/>
            <a:ext cx="2444362" cy="853196"/>
            <a:chOff x="5489850" y="1719050"/>
            <a:chExt cx="2392050" cy="586550"/>
          </a:xfrm>
        </p:grpSpPr>
        <p:sp>
          <p:nvSpPr>
            <p:cNvPr id="599" name="Google Shape;599;p4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1" name="Google Shape;601;p4"/>
          <p:cNvGrpSpPr/>
          <p:nvPr/>
        </p:nvGrpSpPr>
        <p:grpSpPr>
          <a:xfrm>
            <a:off x="1986274" y="1627104"/>
            <a:ext cx="2422327" cy="853196"/>
            <a:chOff x="5489850" y="1719050"/>
            <a:chExt cx="2392050" cy="586550"/>
          </a:xfrm>
        </p:grpSpPr>
        <p:sp>
          <p:nvSpPr>
            <p:cNvPr id="602" name="Google Shape;602;p4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4"/>
          <p:cNvSpPr/>
          <p:nvPr/>
        </p:nvSpPr>
        <p:spPr>
          <a:xfrm>
            <a:off x="4707075" y="3247613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"/>
          <p:cNvSpPr/>
          <p:nvPr/>
        </p:nvSpPr>
        <p:spPr>
          <a:xfrm>
            <a:off x="4723363" y="1840988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"/>
          <p:cNvSpPr/>
          <p:nvPr/>
        </p:nvSpPr>
        <p:spPr>
          <a:xfrm>
            <a:off x="808425" y="3247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"/>
          <p:cNvSpPr/>
          <p:nvPr/>
        </p:nvSpPr>
        <p:spPr>
          <a:xfrm>
            <a:off x="808438" y="1840988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"/>
          <p:cNvSpPr txBox="1"/>
          <p:nvPr>
            <p:ph type="title"/>
          </p:nvPr>
        </p:nvSpPr>
        <p:spPr>
          <a:xfrm>
            <a:off x="2242402" y="2112515"/>
            <a:ext cx="1883700" cy="6345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Black-box</a:t>
            </a:r>
            <a:endParaRPr/>
          </a:p>
        </p:txBody>
      </p:sp>
      <p:sp>
        <p:nvSpPr>
          <p:cNvPr id="609" name="Google Shape;609;p4"/>
          <p:cNvSpPr txBox="1"/>
          <p:nvPr>
            <p:ph idx="2" type="title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10" name="Google Shape;610;p4"/>
          <p:cNvSpPr txBox="1"/>
          <p:nvPr>
            <p:ph idx="3" type="title"/>
          </p:nvPr>
        </p:nvSpPr>
        <p:spPr>
          <a:xfrm>
            <a:off x="881056" y="3370847"/>
            <a:ext cx="795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11" name="Google Shape;611;p4"/>
          <p:cNvSpPr txBox="1"/>
          <p:nvPr>
            <p:ph idx="4" type="title"/>
          </p:nvPr>
        </p:nvSpPr>
        <p:spPr>
          <a:xfrm>
            <a:off x="2288252" y="2788270"/>
            <a:ext cx="187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Boundary Value Analysis</a:t>
            </a:r>
            <a:endParaRPr/>
          </a:p>
        </p:txBody>
      </p:sp>
      <p:sp>
        <p:nvSpPr>
          <p:cNvPr id="612" name="Google Shape;612;p4"/>
          <p:cNvSpPr txBox="1"/>
          <p:nvPr>
            <p:ph idx="6" type="title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Responsive Design</a:t>
            </a:r>
            <a:endParaRPr/>
          </a:p>
        </p:txBody>
      </p:sp>
      <p:sp>
        <p:nvSpPr>
          <p:cNvPr id="613" name="Google Shape;613;p4"/>
          <p:cNvSpPr txBox="1"/>
          <p:nvPr>
            <p:ph idx="8" type="title"/>
          </p:nvPr>
        </p:nvSpPr>
        <p:spPr>
          <a:xfrm>
            <a:off x="61091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Equivalence Partitioning</a:t>
            </a:r>
            <a:endParaRPr/>
          </a:p>
        </p:txBody>
      </p:sp>
      <p:sp>
        <p:nvSpPr>
          <p:cNvPr id="614" name="Google Shape;614;p4"/>
          <p:cNvSpPr txBox="1"/>
          <p:nvPr>
            <p:ph idx="13" type="title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15" name="Google Shape;615;p4"/>
          <p:cNvSpPr txBox="1"/>
          <p:nvPr>
            <p:ph idx="14" type="title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6" name="Google Shape;616;p4"/>
          <p:cNvSpPr txBox="1"/>
          <p:nvPr>
            <p:ph idx="15" type="title"/>
          </p:nvPr>
        </p:nvSpPr>
        <p:spPr>
          <a:xfrm>
            <a:off x="720000" y="935913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Techniques used :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"/>
          <p:cNvSpPr/>
          <p:nvPr/>
        </p:nvSpPr>
        <p:spPr>
          <a:xfrm>
            <a:off x="720075" y="1647825"/>
            <a:ext cx="3070200" cy="2298600"/>
          </a:xfrm>
          <a:prstGeom prst="roundRect">
            <a:avLst>
              <a:gd fmla="val 697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"/>
          <p:cNvSpPr/>
          <p:nvPr/>
        </p:nvSpPr>
        <p:spPr>
          <a:xfrm>
            <a:off x="816725" y="1694575"/>
            <a:ext cx="2878966" cy="2134539"/>
          </a:xfrm>
          <a:custGeom>
            <a:rect b="b" l="l" r="r" t="t"/>
            <a:pathLst>
              <a:path extrusionOk="0" h="14291" w="13231">
                <a:moveTo>
                  <a:pt x="368" y="1054"/>
                </a:moveTo>
                <a:cubicBezTo>
                  <a:pt x="368" y="1054"/>
                  <a:pt x="0" y="13182"/>
                  <a:pt x="685" y="13708"/>
                </a:cubicBezTo>
                <a:cubicBezTo>
                  <a:pt x="1368" y="14237"/>
                  <a:pt x="12496" y="14290"/>
                  <a:pt x="12863" y="13499"/>
                </a:cubicBezTo>
                <a:cubicBezTo>
                  <a:pt x="13231" y="12707"/>
                  <a:pt x="13128" y="683"/>
                  <a:pt x="12071" y="581"/>
                </a:cubicBezTo>
                <a:cubicBezTo>
                  <a:pt x="11018" y="474"/>
                  <a:pt x="578" y="1"/>
                  <a:pt x="368" y="10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5"/>
          <p:cNvGrpSpPr/>
          <p:nvPr/>
        </p:nvGrpSpPr>
        <p:grpSpPr>
          <a:xfrm>
            <a:off x="719992" y="1145700"/>
            <a:ext cx="3070200" cy="426900"/>
            <a:chOff x="552455" y="401675"/>
            <a:chExt cx="3070200" cy="426900"/>
          </a:xfrm>
        </p:grpSpPr>
        <p:sp>
          <p:nvSpPr>
            <p:cNvPr id="624" name="Google Shape;624;p5"/>
            <p:cNvSpPr/>
            <p:nvPr/>
          </p:nvSpPr>
          <p:spPr>
            <a:xfrm>
              <a:off x="552455" y="401675"/>
              <a:ext cx="30702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p5"/>
          <p:cNvSpPr txBox="1"/>
          <p:nvPr>
            <p:ph type="title"/>
          </p:nvPr>
        </p:nvSpPr>
        <p:spPr>
          <a:xfrm>
            <a:off x="1086800" y="1811925"/>
            <a:ext cx="24048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chemeClr val="lt1"/>
                </a:solidFill>
              </a:rPr>
              <a:t>25 bugs were identified and documented.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629" name="Google Shape;629;p5"/>
          <p:cNvSpPr/>
          <p:nvPr/>
        </p:nvSpPr>
        <p:spPr>
          <a:xfrm>
            <a:off x="2890300" y="3328950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8b27153e56_0_41"/>
          <p:cNvSpPr txBox="1"/>
          <p:nvPr>
            <p:ph type="title"/>
          </p:nvPr>
        </p:nvSpPr>
        <p:spPr>
          <a:xfrm>
            <a:off x="570325" y="855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chemeClr val="lt1"/>
                </a:solidFill>
              </a:rPr>
              <a:t>Testing environments, browsers &amp; resolution</a:t>
            </a:r>
            <a:endParaRPr sz="2500">
              <a:solidFill>
                <a:schemeClr val="lt1"/>
              </a:solidFill>
            </a:endParaRPr>
          </a:p>
        </p:txBody>
      </p:sp>
      <p:grpSp>
        <p:nvGrpSpPr>
          <p:cNvPr id="635" name="Google Shape;635;g18b27153e56_0_41"/>
          <p:cNvGrpSpPr/>
          <p:nvPr/>
        </p:nvGrpSpPr>
        <p:grpSpPr>
          <a:xfrm>
            <a:off x="6271900" y="3241525"/>
            <a:ext cx="1598600" cy="581650"/>
            <a:chOff x="6153900" y="3231000"/>
            <a:chExt cx="1598600" cy="581650"/>
          </a:xfrm>
        </p:grpSpPr>
        <p:sp>
          <p:nvSpPr>
            <p:cNvPr id="636" name="Google Shape;636;g18b27153e56_0_41"/>
            <p:cNvSpPr/>
            <p:nvPr/>
          </p:nvSpPr>
          <p:spPr>
            <a:xfrm>
              <a:off x="6203300" y="328225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18b27153e56_0_41"/>
            <p:cNvSpPr/>
            <p:nvPr/>
          </p:nvSpPr>
          <p:spPr>
            <a:xfrm>
              <a:off x="6153900" y="323100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g18b27153e56_0_41"/>
          <p:cNvSpPr txBox="1"/>
          <p:nvPr/>
        </p:nvSpPr>
        <p:spPr>
          <a:xfrm>
            <a:off x="6364300" y="3238357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Critical : 6</a:t>
            </a:r>
            <a:endParaRPr b="1" i="0" sz="17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639" name="Google Shape;639;g18b27153e56_0_41"/>
          <p:cNvGrpSpPr/>
          <p:nvPr/>
        </p:nvGrpSpPr>
        <p:grpSpPr>
          <a:xfrm>
            <a:off x="1373450" y="3238350"/>
            <a:ext cx="1598600" cy="581650"/>
            <a:chOff x="1500900" y="3327675"/>
            <a:chExt cx="1598600" cy="581650"/>
          </a:xfrm>
        </p:grpSpPr>
        <p:sp>
          <p:nvSpPr>
            <p:cNvPr id="640" name="Google Shape;640;g18b27153e56_0_41"/>
            <p:cNvSpPr/>
            <p:nvPr/>
          </p:nvSpPr>
          <p:spPr>
            <a:xfrm>
              <a:off x="1550300" y="337892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18b27153e56_0_41"/>
            <p:cNvSpPr/>
            <p:nvPr/>
          </p:nvSpPr>
          <p:spPr>
            <a:xfrm>
              <a:off x="1500900" y="332767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g18b27153e56_0_41"/>
          <p:cNvSpPr txBox="1"/>
          <p:nvPr/>
        </p:nvSpPr>
        <p:spPr>
          <a:xfrm>
            <a:off x="6389900" y="165438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Major : 3</a:t>
            </a:r>
            <a:endParaRPr b="1" sz="20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643" name="Google Shape;643;g18b27153e56_0_41"/>
          <p:cNvGrpSpPr/>
          <p:nvPr/>
        </p:nvGrpSpPr>
        <p:grpSpPr>
          <a:xfrm>
            <a:off x="1373450" y="1443101"/>
            <a:ext cx="1598600" cy="897428"/>
            <a:chOff x="1617700" y="1585225"/>
            <a:chExt cx="1598600" cy="581650"/>
          </a:xfrm>
        </p:grpSpPr>
        <p:sp>
          <p:nvSpPr>
            <p:cNvPr id="644" name="Google Shape;644;g18b27153e56_0_41"/>
            <p:cNvSpPr/>
            <p:nvPr/>
          </p:nvSpPr>
          <p:spPr>
            <a:xfrm>
              <a:off x="1667100" y="163647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18b27153e56_0_41"/>
            <p:cNvSpPr/>
            <p:nvPr/>
          </p:nvSpPr>
          <p:spPr>
            <a:xfrm>
              <a:off x="1617700" y="1585225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g18b27153e56_0_41"/>
          <p:cNvSpPr txBox="1"/>
          <p:nvPr/>
        </p:nvSpPr>
        <p:spPr>
          <a:xfrm>
            <a:off x="1419600" y="1617875"/>
            <a:ext cx="1506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Cosmetic : 12</a:t>
            </a:r>
            <a:endParaRPr b="1" i="0" sz="20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647" name="Google Shape;647;g18b27153e56_0_41"/>
          <p:cNvGrpSpPr/>
          <p:nvPr/>
        </p:nvGrpSpPr>
        <p:grpSpPr>
          <a:xfrm>
            <a:off x="6271900" y="1627400"/>
            <a:ext cx="1598600" cy="581650"/>
            <a:chOff x="5852125" y="1536700"/>
            <a:chExt cx="1598600" cy="581650"/>
          </a:xfrm>
        </p:grpSpPr>
        <p:sp>
          <p:nvSpPr>
            <p:cNvPr id="648" name="Google Shape;648;g18b27153e56_0_41"/>
            <p:cNvSpPr/>
            <p:nvPr/>
          </p:nvSpPr>
          <p:spPr>
            <a:xfrm>
              <a:off x="5901525" y="158795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18b27153e56_0_41"/>
            <p:cNvSpPr/>
            <p:nvPr/>
          </p:nvSpPr>
          <p:spPr>
            <a:xfrm>
              <a:off x="5852125" y="1536700"/>
              <a:ext cx="1549200" cy="5304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 sz="1900">
                  <a:solidFill>
                    <a:schemeClr val="dk1"/>
                  </a:solidFill>
                </a:rPr>
                <a:t>Major : 3</a:t>
              </a:r>
              <a:endParaRPr b="1" sz="1900">
                <a:solidFill>
                  <a:schemeClr val="dk1"/>
                </a:solidFill>
              </a:endParaRPr>
            </a:p>
          </p:txBody>
        </p:sp>
      </p:grpSp>
      <p:sp>
        <p:nvSpPr>
          <p:cNvPr id="650" name="Google Shape;650;g18b27153e56_0_41"/>
          <p:cNvSpPr txBox="1"/>
          <p:nvPr/>
        </p:nvSpPr>
        <p:spPr>
          <a:xfrm>
            <a:off x="1419600" y="3238350"/>
            <a:ext cx="1532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Moderate : 4</a:t>
            </a:r>
            <a:endParaRPr b="1" sz="19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cxnSp>
        <p:nvCxnSpPr>
          <p:cNvPr id="651" name="Google Shape;651;g18b27153e56_0_41"/>
          <p:cNvCxnSpPr>
            <a:stCxn id="645" idx="3"/>
          </p:cNvCxnSpPr>
          <p:nvPr/>
        </p:nvCxnSpPr>
        <p:spPr>
          <a:xfrm>
            <a:off x="2922650" y="1852278"/>
            <a:ext cx="1228500" cy="816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g18b27153e56_0_41"/>
          <p:cNvCxnSpPr>
            <a:stCxn id="641" idx="3"/>
          </p:cNvCxnSpPr>
          <p:nvPr/>
        </p:nvCxnSpPr>
        <p:spPr>
          <a:xfrm flipH="1" rot="10800000">
            <a:off x="2922650" y="2887650"/>
            <a:ext cx="1460400" cy="615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18b27153e56_0_41"/>
          <p:cNvCxnSpPr>
            <a:stCxn id="649" idx="1"/>
          </p:cNvCxnSpPr>
          <p:nvPr/>
        </p:nvCxnSpPr>
        <p:spPr>
          <a:xfrm flipH="1">
            <a:off x="5143300" y="1892600"/>
            <a:ext cx="1128600" cy="795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18b27153e56_0_41"/>
          <p:cNvCxnSpPr>
            <a:stCxn id="637" idx="1"/>
          </p:cNvCxnSpPr>
          <p:nvPr/>
        </p:nvCxnSpPr>
        <p:spPr>
          <a:xfrm rot="10800000">
            <a:off x="4990900" y="2865025"/>
            <a:ext cx="1281000" cy="641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g18b27153e56_0_41"/>
          <p:cNvSpPr/>
          <p:nvPr/>
        </p:nvSpPr>
        <p:spPr>
          <a:xfrm>
            <a:off x="3937838" y="2301938"/>
            <a:ext cx="1224651" cy="933235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1809750"/>
            <a:ext cx="7702548" cy="2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7"/>
          <p:cNvSpPr txBox="1"/>
          <p:nvPr/>
        </p:nvSpPr>
        <p:spPr>
          <a:xfrm>
            <a:off x="3706200" y="1095400"/>
            <a:ext cx="17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EB5358"/>
                </a:solidFill>
                <a:latin typeface="Cabin"/>
                <a:ea typeface="Cabin"/>
                <a:cs typeface="Cabin"/>
                <a:sym typeface="Cabin"/>
              </a:rPr>
              <a:t>Test Case 1</a:t>
            </a:r>
            <a:endParaRPr sz="2600">
              <a:solidFill>
                <a:srgbClr val="EB5358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50" y="1802850"/>
            <a:ext cx="7702551" cy="1939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8"/>
          <p:cNvSpPr txBox="1"/>
          <p:nvPr/>
        </p:nvSpPr>
        <p:spPr>
          <a:xfrm>
            <a:off x="3701100" y="1156625"/>
            <a:ext cx="199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Bug Report 1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1907725"/>
            <a:ext cx="7702548" cy="20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9"/>
          <p:cNvSpPr txBox="1"/>
          <p:nvPr/>
        </p:nvSpPr>
        <p:spPr>
          <a:xfrm>
            <a:off x="3629700" y="1197425"/>
            <a:ext cx="188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Test Case 2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1918625"/>
            <a:ext cx="7702551" cy="14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0"/>
          <p:cNvSpPr txBox="1"/>
          <p:nvPr/>
        </p:nvSpPr>
        <p:spPr>
          <a:xfrm>
            <a:off x="3551400" y="1142975"/>
            <a:ext cx="204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Bug Report 2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80" name="Google Shape;680;p10"/>
          <p:cNvSpPr txBox="1"/>
          <p:nvPr/>
        </p:nvSpPr>
        <p:spPr>
          <a:xfrm>
            <a:off x="966100" y="3551475"/>
            <a:ext cx="61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URL : </a:t>
            </a:r>
            <a:r>
              <a:rPr lang="en" u="sng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https://prnt.sc/QHE3YEAg1nSt</a:t>
            </a:r>
            <a:endParaRPr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1891079"/>
            <a:ext cx="7702548" cy="17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1"/>
          <p:cNvSpPr txBox="1"/>
          <p:nvPr/>
        </p:nvSpPr>
        <p:spPr>
          <a:xfrm>
            <a:off x="3650100" y="1170225"/>
            <a:ext cx="184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Test Case 3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2084600"/>
            <a:ext cx="7702550" cy="13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12"/>
          <p:cNvSpPr txBox="1"/>
          <p:nvPr/>
        </p:nvSpPr>
        <p:spPr>
          <a:xfrm>
            <a:off x="3534450" y="1211025"/>
            <a:ext cx="207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Bug Report 3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93" name="Google Shape;693;p12"/>
          <p:cNvSpPr txBox="1"/>
          <p:nvPr/>
        </p:nvSpPr>
        <p:spPr>
          <a:xfrm>
            <a:off x="1074950" y="3524250"/>
            <a:ext cx="237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Firefox : </a:t>
            </a:r>
            <a:r>
              <a:rPr lang="en" u="sng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https://prnt.sc/ackekKjpPEPw</a:t>
            </a:r>
            <a:endParaRPr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94" name="Google Shape;694;p12"/>
          <p:cNvSpPr txBox="1"/>
          <p:nvPr/>
        </p:nvSpPr>
        <p:spPr>
          <a:xfrm>
            <a:off x="4265850" y="3524250"/>
            <a:ext cx="316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Chrome : </a:t>
            </a:r>
            <a:endParaRPr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https://prnt.sc/VKeeS1ed1bSA</a:t>
            </a:r>
            <a:endParaRPr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g18b27153e56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2166275"/>
            <a:ext cx="7702551" cy="17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g18b27153e56_0_21"/>
          <p:cNvSpPr txBox="1"/>
          <p:nvPr/>
        </p:nvSpPr>
        <p:spPr>
          <a:xfrm>
            <a:off x="3355800" y="1194700"/>
            <a:ext cx="243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Improvement 1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g18b27153e56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25" y="1962125"/>
            <a:ext cx="7702551" cy="18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g18b27153e56_0_27"/>
          <p:cNvSpPr txBox="1"/>
          <p:nvPr/>
        </p:nvSpPr>
        <p:spPr>
          <a:xfrm>
            <a:off x="3364350" y="1211025"/>
            <a:ext cx="241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5"/>
                </a:solidFill>
                <a:latin typeface="Cabin"/>
                <a:ea typeface="Cabin"/>
                <a:cs typeface="Cabin"/>
                <a:sym typeface="Cabin"/>
              </a:rPr>
              <a:t>Improvement 2</a:t>
            </a:r>
            <a:endParaRPr sz="2600">
              <a:solidFill>
                <a:schemeClr val="accent5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ware Development Agency by Slidesgo">
  <a:themeElements>
    <a:clrScheme name="Simple Light">
      <a:dk1>
        <a:srgbClr val="FFFFFF"/>
      </a:dk1>
      <a:lt1>
        <a:srgbClr val="1B222D"/>
      </a:lt1>
      <a:dk2>
        <a:srgbClr val="F8EF5B"/>
      </a:dk2>
      <a:lt2>
        <a:srgbClr val="92D99C"/>
      </a:lt2>
      <a:accent1>
        <a:srgbClr val="6DC797"/>
      </a:accent1>
      <a:accent2>
        <a:srgbClr val="88A6F3"/>
      </a:accent2>
      <a:accent3>
        <a:srgbClr val="6D65E0"/>
      </a:accent3>
      <a:accent4>
        <a:srgbClr val="FF9BDA"/>
      </a:accent4>
      <a:accent5>
        <a:srgbClr val="EB535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